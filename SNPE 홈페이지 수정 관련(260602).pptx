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3" r:id="rId2"/>
    <p:sldId id="305" r:id="rId3"/>
    <p:sldId id="333" r:id="rId4"/>
    <p:sldId id="308" r:id="rId5"/>
    <p:sldId id="309" r:id="rId6"/>
    <p:sldId id="314" r:id="rId7"/>
    <p:sldId id="313" r:id="rId8"/>
    <p:sldId id="316" r:id="rId9"/>
    <p:sldId id="320" r:id="rId10"/>
    <p:sldId id="319" r:id="rId11"/>
    <p:sldId id="323" r:id="rId12"/>
    <p:sldId id="324" r:id="rId13"/>
    <p:sldId id="327" r:id="rId14"/>
    <p:sldId id="325" r:id="rId15"/>
    <p:sldId id="329" r:id="rId16"/>
    <p:sldId id="328" r:id="rId17"/>
    <p:sldId id="331" r:id="rId18"/>
    <p:sldId id="330" r:id="rId19"/>
    <p:sldId id="33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78920-3174-401A-BDD7-3A9D8CC2D354}" v="82" dt="2026-06-02T05:46:11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55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장" userId="3a4f4ab2d25ec815" providerId="LiveId" clId="{915EA1A6-F264-4808-9BE2-98CB25AECFB7}"/>
    <pc:docChg chg="undo redo custSel addSld delSld modSld sldOrd">
      <pc:chgData name="현진 장" userId="3a4f4ab2d25ec815" providerId="LiveId" clId="{915EA1A6-F264-4808-9BE2-98CB25AECFB7}" dt="2026-06-02T05:46:39.290" v="3796" actId="1076"/>
      <pc:docMkLst>
        <pc:docMk/>
      </pc:docMkLst>
      <pc:sldChg chg="modSp mod">
        <pc:chgData name="현진 장" userId="3a4f4ab2d25ec815" providerId="LiveId" clId="{915EA1A6-F264-4808-9BE2-98CB25AECFB7}" dt="2026-06-02T03:29:17.430" v="8" actId="1076"/>
        <pc:sldMkLst>
          <pc:docMk/>
          <pc:sldMk cId="171423309" sldId="303"/>
        </pc:sldMkLst>
        <pc:spChg chg="mod">
          <ac:chgData name="현진 장" userId="3a4f4ab2d25ec815" providerId="LiveId" clId="{915EA1A6-F264-4808-9BE2-98CB25AECFB7}" dt="2026-06-02T03:29:17.430" v="8" actId="1076"/>
          <ac:spMkLst>
            <pc:docMk/>
            <pc:sldMk cId="171423309" sldId="303"/>
            <ac:spMk id="7" creationId="{481C1199-42AA-263D-BB12-080F1A34B265}"/>
          </ac:spMkLst>
        </pc:spChg>
        <pc:picChg chg="mod">
          <ac:chgData name="현진 장" userId="3a4f4ab2d25ec815" providerId="LiveId" clId="{915EA1A6-F264-4808-9BE2-98CB25AECFB7}" dt="2026-06-02T03:29:13.882" v="7" actId="1076"/>
          <ac:picMkLst>
            <pc:docMk/>
            <pc:sldMk cId="171423309" sldId="303"/>
            <ac:picMk id="3" creationId="{E6A3844D-8806-F586-FA71-0347B5C924F8}"/>
          </ac:picMkLst>
        </pc:picChg>
      </pc:sldChg>
      <pc:sldChg chg="addSp modSp del">
        <pc:chgData name="현진 장" userId="3a4f4ab2d25ec815" providerId="LiveId" clId="{915EA1A6-F264-4808-9BE2-98CB25AECFB7}" dt="2026-06-02T04:30:38.800" v="67" actId="47"/>
        <pc:sldMkLst>
          <pc:docMk/>
          <pc:sldMk cId="3657710222" sldId="304"/>
        </pc:sldMkLst>
        <pc:spChg chg="add mod">
          <ac:chgData name="현진 장" userId="3a4f4ab2d25ec815" providerId="LiveId" clId="{915EA1A6-F264-4808-9BE2-98CB25AECFB7}" dt="2026-06-02T03:29:37.161" v="10"/>
          <ac:spMkLst>
            <pc:docMk/>
            <pc:sldMk cId="3657710222" sldId="304"/>
            <ac:spMk id="2" creationId="{7264D710-482B-2E21-0B81-B676016A714D}"/>
          </ac:spMkLst>
        </pc:spChg>
      </pc:sldChg>
      <pc:sldChg chg="addSp modSp mod">
        <pc:chgData name="현진 장" userId="3a4f4ab2d25ec815" providerId="LiveId" clId="{915EA1A6-F264-4808-9BE2-98CB25AECFB7}" dt="2026-06-02T05:33:40.907" v="3603" actId="20577"/>
        <pc:sldMkLst>
          <pc:docMk/>
          <pc:sldMk cId="4021468289" sldId="305"/>
        </pc:sldMkLst>
        <pc:spChg chg="add mod">
          <ac:chgData name="현진 장" userId="3a4f4ab2d25ec815" providerId="LiveId" clId="{915EA1A6-F264-4808-9BE2-98CB25AECFB7}" dt="2026-06-02T04:30:57.980" v="82" actId="6549"/>
          <ac:spMkLst>
            <pc:docMk/>
            <pc:sldMk cId="4021468289" sldId="305"/>
            <ac:spMk id="2" creationId="{15E0FE74-7E7E-84C4-33F5-7EEC0DF7588D}"/>
          </ac:spMkLst>
        </pc:spChg>
        <pc:spChg chg="mod">
          <ac:chgData name="현진 장" userId="3a4f4ab2d25ec815" providerId="LiveId" clId="{915EA1A6-F264-4808-9BE2-98CB25AECFB7}" dt="2026-06-02T04:37:58.149" v="494" actId="20577"/>
          <ac:spMkLst>
            <pc:docMk/>
            <pc:sldMk cId="4021468289" sldId="305"/>
            <ac:spMk id="5" creationId="{9B9E1A1C-1A81-07D8-ACCE-ADA6A2109B7D}"/>
          </ac:spMkLst>
        </pc:spChg>
        <pc:spChg chg="add mod">
          <ac:chgData name="현진 장" userId="3a4f4ab2d25ec815" providerId="LiveId" clId="{915EA1A6-F264-4808-9BE2-98CB25AECFB7}" dt="2026-06-02T05:33:40.907" v="3603" actId="20577"/>
          <ac:spMkLst>
            <pc:docMk/>
            <pc:sldMk cId="4021468289" sldId="305"/>
            <ac:spMk id="7" creationId="{D18D90F8-B5B8-A49F-F091-8A24337941CA}"/>
          </ac:spMkLst>
        </pc:spChg>
        <pc:picChg chg="add mod modCrop">
          <ac:chgData name="현진 장" userId="3a4f4ab2d25ec815" providerId="LiveId" clId="{915EA1A6-F264-4808-9BE2-98CB25AECFB7}" dt="2026-06-02T03:30:06.230" v="37" actId="1076"/>
          <ac:picMkLst>
            <pc:docMk/>
            <pc:sldMk cId="4021468289" sldId="305"/>
            <ac:picMk id="3" creationId="{71B0B531-DF43-B5BC-FE21-A2F08FEDD9C6}"/>
          </ac:picMkLst>
        </pc:picChg>
      </pc:sldChg>
      <pc:sldChg chg="del">
        <pc:chgData name="현진 장" userId="3a4f4ab2d25ec815" providerId="LiveId" clId="{915EA1A6-F264-4808-9BE2-98CB25AECFB7}" dt="2026-06-02T03:30:36.390" v="66" actId="47"/>
        <pc:sldMkLst>
          <pc:docMk/>
          <pc:sldMk cId="2650449601" sldId="306"/>
        </pc:sldMkLst>
      </pc:sldChg>
      <pc:sldChg chg="addSp modSp del mod">
        <pc:chgData name="현진 장" userId="3a4f4ab2d25ec815" providerId="LiveId" clId="{915EA1A6-F264-4808-9BE2-98CB25AECFB7}" dt="2026-06-02T05:34:47.674" v="3735" actId="47"/>
        <pc:sldMkLst>
          <pc:docMk/>
          <pc:sldMk cId="3865256666" sldId="307"/>
        </pc:sldMkLst>
        <pc:spChg chg="add mod">
          <ac:chgData name="현진 장" userId="3a4f4ab2d25ec815" providerId="LiveId" clId="{915EA1A6-F264-4808-9BE2-98CB25AECFB7}" dt="2026-06-02T03:30:33.988" v="65"/>
          <ac:spMkLst>
            <pc:docMk/>
            <pc:sldMk cId="3865256666" sldId="307"/>
            <ac:spMk id="6" creationId="{D49250DE-812F-44B1-7B82-F8520B3BAD90}"/>
          </ac:spMkLst>
        </pc:spChg>
        <pc:picChg chg="add mod modCrop">
          <ac:chgData name="현진 장" userId="3a4f4ab2d25ec815" providerId="LiveId" clId="{915EA1A6-F264-4808-9BE2-98CB25AECFB7}" dt="2026-06-02T03:30:28.114" v="64" actId="1076"/>
          <ac:picMkLst>
            <pc:docMk/>
            <pc:sldMk cId="3865256666" sldId="307"/>
            <ac:picMk id="2" creationId="{8FEB127E-C25C-AB26-9690-9F870FC1FB13}"/>
          </ac:picMkLst>
        </pc:picChg>
      </pc:sldChg>
      <pc:sldChg chg="modSp mod">
        <pc:chgData name="현진 장" userId="3a4f4ab2d25ec815" providerId="LiveId" clId="{915EA1A6-F264-4808-9BE2-98CB25AECFB7}" dt="2026-06-02T04:38:16.701" v="495" actId="1076"/>
        <pc:sldMkLst>
          <pc:docMk/>
          <pc:sldMk cId="4150007595" sldId="308"/>
        </pc:sldMkLst>
        <pc:picChg chg="mod">
          <ac:chgData name="현진 장" userId="3a4f4ab2d25ec815" providerId="LiveId" clId="{915EA1A6-F264-4808-9BE2-98CB25AECFB7}" dt="2026-06-02T04:38:16.701" v="495" actId="1076"/>
          <ac:picMkLst>
            <pc:docMk/>
            <pc:sldMk cId="4150007595" sldId="308"/>
            <ac:picMk id="3" creationId="{9D974BF0-79F3-2FF9-341C-D3F467558161}"/>
          </ac:picMkLst>
        </pc:picChg>
      </pc:sldChg>
      <pc:sldChg chg="addSp modSp mod">
        <pc:chgData name="현진 장" userId="3a4f4ab2d25ec815" providerId="LiveId" clId="{915EA1A6-F264-4808-9BE2-98CB25AECFB7}" dt="2026-06-02T04:40:59.335" v="533" actId="1076"/>
        <pc:sldMkLst>
          <pc:docMk/>
          <pc:sldMk cId="2219708261" sldId="309"/>
        </pc:sldMkLst>
        <pc:spChg chg="add mod">
          <ac:chgData name="현진 장" userId="3a4f4ab2d25ec815" providerId="LiveId" clId="{915EA1A6-F264-4808-9BE2-98CB25AECFB7}" dt="2026-06-02T04:40:59.335" v="533" actId="1076"/>
          <ac:spMkLst>
            <pc:docMk/>
            <pc:sldMk cId="2219708261" sldId="309"/>
            <ac:spMk id="2" creationId="{FC49A674-3A54-1D26-E5F1-D4C30D3B5EB6}"/>
          </ac:spMkLst>
        </pc:spChg>
      </pc:sldChg>
      <pc:sldChg chg="addSp modSp del">
        <pc:chgData name="현진 장" userId="3a4f4ab2d25ec815" providerId="LiveId" clId="{915EA1A6-F264-4808-9BE2-98CB25AECFB7}" dt="2026-06-02T04:41:01.524" v="534" actId="47"/>
        <pc:sldMkLst>
          <pc:docMk/>
          <pc:sldMk cId="2876518040" sldId="310"/>
        </pc:sldMkLst>
        <pc:spChg chg="add mod">
          <ac:chgData name="현진 장" userId="3a4f4ab2d25ec815" providerId="LiveId" clId="{915EA1A6-F264-4808-9BE2-98CB25AECFB7}" dt="2026-06-02T04:40:35.271" v="531"/>
          <ac:spMkLst>
            <pc:docMk/>
            <pc:sldMk cId="2876518040" sldId="310"/>
            <ac:spMk id="2" creationId="{5A4E5825-AFB8-A767-A9FF-B2F329E4A34C}"/>
          </ac:spMkLst>
        </pc:spChg>
      </pc:sldChg>
      <pc:sldChg chg="del">
        <pc:chgData name="현진 장" userId="3a4f4ab2d25ec815" providerId="LiveId" clId="{915EA1A6-F264-4808-9BE2-98CB25AECFB7}" dt="2026-06-02T04:41:42.853" v="535" actId="47"/>
        <pc:sldMkLst>
          <pc:docMk/>
          <pc:sldMk cId="3742293820" sldId="312"/>
        </pc:sldMkLst>
      </pc:sldChg>
      <pc:sldChg chg="addSp delSp modSp mod ord">
        <pc:chgData name="현진 장" userId="3a4f4ab2d25ec815" providerId="LiveId" clId="{915EA1A6-F264-4808-9BE2-98CB25AECFB7}" dt="2026-06-02T04:47:15.335" v="818" actId="20577"/>
        <pc:sldMkLst>
          <pc:docMk/>
          <pc:sldMk cId="2530915797" sldId="313"/>
        </pc:sldMkLst>
        <pc:spChg chg="mod">
          <ac:chgData name="현진 장" userId="3a4f4ab2d25ec815" providerId="LiveId" clId="{915EA1A6-F264-4808-9BE2-98CB25AECFB7}" dt="2026-06-02T04:47:15.335" v="818" actId="20577"/>
          <ac:spMkLst>
            <pc:docMk/>
            <pc:sldMk cId="2530915797" sldId="313"/>
            <ac:spMk id="4" creationId="{98331AA2-7B6D-68CB-1E08-F28FAECAB187}"/>
          </ac:spMkLst>
        </pc:spChg>
        <pc:spChg chg="mod">
          <ac:chgData name="현진 장" userId="3a4f4ab2d25ec815" providerId="LiveId" clId="{915EA1A6-F264-4808-9BE2-98CB25AECFB7}" dt="2026-06-02T04:46:19.447" v="725" actId="1076"/>
          <ac:spMkLst>
            <pc:docMk/>
            <pc:sldMk cId="2530915797" sldId="313"/>
            <ac:spMk id="5" creationId="{A554F253-F843-BF96-21DE-F052AB88B33C}"/>
          </ac:spMkLst>
        </pc:spChg>
        <pc:spChg chg="add mod">
          <ac:chgData name="현진 장" userId="3a4f4ab2d25ec815" providerId="LiveId" clId="{915EA1A6-F264-4808-9BE2-98CB25AECFB7}" dt="2026-06-02T04:46:21.877" v="726" actId="1076"/>
          <ac:spMkLst>
            <pc:docMk/>
            <pc:sldMk cId="2530915797" sldId="313"/>
            <ac:spMk id="7" creationId="{629CB71F-8541-207F-161D-F20164FBBDCF}"/>
          </ac:spMkLst>
        </pc:spChg>
        <pc:picChg chg="add mod">
          <ac:chgData name="현진 장" userId="3a4f4ab2d25ec815" providerId="LiveId" clId="{915EA1A6-F264-4808-9BE2-98CB25AECFB7}" dt="2026-06-02T04:42:22.382" v="543" actId="1076"/>
          <ac:picMkLst>
            <pc:docMk/>
            <pc:sldMk cId="2530915797" sldId="313"/>
            <ac:picMk id="3" creationId="{CB31DEE8-3D4B-AB84-7709-2702C879956B}"/>
          </ac:picMkLst>
        </pc:picChg>
        <pc:picChg chg="del">
          <ac:chgData name="현진 장" userId="3a4f4ab2d25ec815" providerId="LiveId" clId="{915EA1A6-F264-4808-9BE2-98CB25AECFB7}" dt="2026-06-02T04:42:08.444" v="536" actId="478"/>
          <ac:picMkLst>
            <pc:docMk/>
            <pc:sldMk cId="2530915797" sldId="313"/>
            <ac:picMk id="6" creationId="{D51AEDE8-25A0-C730-552A-10891B361FF8}"/>
          </ac:picMkLst>
        </pc:picChg>
      </pc:sldChg>
      <pc:sldChg chg="addSp modSp mod">
        <pc:chgData name="현진 장" userId="3a4f4ab2d25ec815" providerId="LiveId" clId="{915EA1A6-F264-4808-9BE2-98CB25AECFB7}" dt="2026-06-02T04:46:58.956" v="782" actId="20577"/>
        <pc:sldMkLst>
          <pc:docMk/>
          <pc:sldMk cId="1586534930" sldId="314"/>
        </pc:sldMkLst>
        <pc:spChg chg="add mod">
          <ac:chgData name="현진 장" userId="3a4f4ab2d25ec815" providerId="LiveId" clId="{915EA1A6-F264-4808-9BE2-98CB25AECFB7}" dt="2026-06-02T04:46:58.956" v="782" actId="20577"/>
          <ac:spMkLst>
            <pc:docMk/>
            <pc:sldMk cId="1586534930" sldId="314"/>
            <ac:spMk id="2" creationId="{590D37E6-C223-E35B-3FB3-FA2D0366778C}"/>
          </ac:spMkLst>
        </pc:spChg>
      </pc:sldChg>
      <pc:sldChg chg="del">
        <pc:chgData name="현진 장" userId="3a4f4ab2d25ec815" providerId="LiveId" clId="{915EA1A6-F264-4808-9BE2-98CB25AECFB7}" dt="2026-06-02T04:47:31.211" v="819" actId="47"/>
        <pc:sldMkLst>
          <pc:docMk/>
          <pc:sldMk cId="3859976172" sldId="315"/>
        </pc:sldMkLst>
      </pc:sldChg>
      <pc:sldChg chg="del">
        <pc:chgData name="현진 장" userId="3a4f4ab2d25ec815" providerId="LiveId" clId="{915EA1A6-F264-4808-9BE2-98CB25AECFB7}" dt="2026-06-02T04:48:05.970" v="820" actId="47"/>
        <pc:sldMkLst>
          <pc:docMk/>
          <pc:sldMk cId="870001921" sldId="317"/>
        </pc:sldMkLst>
      </pc:sldChg>
      <pc:sldChg chg="del">
        <pc:chgData name="현진 장" userId="3a4f4ab2d25ec815" providerId="LiveId" clId="{915EA1A6-F264-4808-9BE2-98CB25AECFB7}" dt="2026-06-02T04:48:08.504" v="821" actId="47"/>
        <pc:sldMkLst>
          <pc:docMk/>
          <pc:sldMk cId="3907605728" sldId="318"/>
        </pc:sldMkLst>
      </pc:sldChg>
      <pc:sldChg chg="addSp delSp modSp mod">
        <pc:chgData name="현진 장" userId="3a4f4ab2d25ec815" providerId="LiveId" clId="{915EA1A6-F264-4808-9BE2-98CB25AECFB7}" dt="2026-06-02T04:51:17.349" v="1146" actId="1076"/>
        <pc:sldMkLst>
          <pc:docMk/>
          <pc:sldMk cId="3038031673" sldId="319"/>
        </pc:sldMkLst>
        <pc:spChg chg="mod ord">
          <ac:chgData name="현진 장" userId="3a4f4ab2d25ec815" providerId="LiveId" clId="{915EA1A6-F264-4808-9BE2-98CB25AECFB7}" dt="2026-06-02T04:50:01.597" v="989" actId="14100"/>
          <ac:spMkLst>
            <pc:docMk/>
            <pc:sldMk cId="3038031673" sldId="319"/>
            <ac:spMk id="7" creationId="{3B3951D4-47F0-792F-980D-01D422D5B455}"/>
          </ac:spMkLst>
        </pc:spChg>
        <pc:spChg chg="add mod">
          <ac:chgData name="현진 장" userId="3a4f4ab2d25ec815" providerId="LiveId" clId="{915EA1A6-F264-4808-9BE2-98CB25AECFB7}" dt="2026-06-02T04:50:32.089" v="993" actId="14100"/>
          <ac:spMkLst>
            <pc:docMk/>
            <pc:sldMk cId="3038031673" sldId="319"/>
            <ac:spMk id="8" creationId="{AF3BACAB-D7FA-E3BC-ECF1-A3539C36D83D}"/>
          </ac:spMkLst>
        </pc:spChg>
        <pc:spChg chg="add mod">
          <ac:chgData name="현진 장" userId="3a4f4ab2d25ec815" providerId="LiveId" clId="{915EA1A6-F264-4808-9BE2-98CB25AECFB7}" dt="2026-06-02T04:50:43.723" v="1002" actId="20577"/>
          <ac:spMkLst>
            <pc:docMk/>
            <pc:sldMk cId="3038031673" sldId="319"/>
            <ac:spMk id="9" creationId="{5F001DBD-A7F9-5D30-74A6-505AD75898DF}"/>
          </ac:spMkLst>
        </pc:spChg>
        <pc:spChg chg="add mod">
          <ac:chgData name="현진 장" userId="3a4f4ab2d25ec815" providerId="LiveId" clId="{915EA1A6-F264-4808-9BE2-98CB25AECFB7}" dt="2026-06-02T04:51:17.349" v="1146" actId="1076"/>
          <ac:spMkLst>
            <pc:docMk/>
            <pc:sldMk cId="3038031673" sldId="319"/>
            <ac:spMk id="10" creationId="{CF480792-E482-B8A0-B05B-50A234E8739D}"/>
          </ac:spMkLst>
        </pc:spChg>
        <pc:picChg chg="add del mod">
          <ac:chgData name="현진 장" userId="3a4f4ab2d25ec815" providerId="LiveId" clId="{915EA1A6-F264-4808-9BE2-98CB25AECFB7}" dt="2026-06-02T04:49:50.312" v="985" actId="1076"/>
          <ac:picMkLst>
            <pc:docMk/>
            <pc:sldMk cId="3038031673" sldId="319"/>
            <ac:picMk id="3" creationId="{E287B200-3D3E-4902-FED5-D7A538640321}"/>
          </ac:picMkLst>
        </pc:picChg>
        <pc:picChg chg="add del">
          <ac:chgData name="현진 장" userId="3a4f4ab2d25ec815" providerId="LiveId" clId="{915EA1A6-F264-4808-9BE2-98CB25AECFB7}" dt="2026-06-02T04:49:49.688" v="983" actId="478"/>
          <ac:picMkLst>
            <pc:docMk/>
            <pc:sldMk cId="3038031673" sldId="319"/>
            <ac:picMk id="6" creationId="{153243CB-7D1F-3294-150D-B80502F3C828}"/>
          </ac:picMkLst>
        </pc:picChg>
      </pc:sldChg>
      <pc:sldChg chg="addSp delSp modSp mod">
        <pc:chgData name="현진 장" userId="3a4f4ab2d25ec815" providerId="LiveId" clId="{915EA1A6-F264-4808-9BE2-98CB25AECFB7}" dt="2026-06-02T04:49:16.143" v="976" actId="1076"/>
        <pc:sldMkLst>
          <pc:docMk/>
          <pc:sldMk cId="3049557746" sldId="320"/>
        </pc:sldMkLst>
        <pc:spChg chg="mod">
          <ac:chgData name="현진 장" userId="3a4f4ab2d25ec815" providerId="LiveId" clId="{915EA1A6-F264-4808-9BE2-98CB25AECFB7}" dt="2026-06-02T04:49:16.143" v="976" actId="1076"/>
          <ac:spMkLst>
            <pc:docMk/>
            <pc:sldMk cId="3049557746" sldId="320"/>
            <ac:spMk id="9" creationId="{5EA521AE-4D6A-661F-ADB2-038F79F8C581}"/>
          </ac:spMkLst>
        </pc:spChg>
        <pc:picChg chg="add mod">
          <ac:chgData name="현진 장" userId="3a4f4ab2d25ec815" providerId="LiveId" clId="{915EA1A6-F264-4808-9BE2-98CB25AECFB7}" dt="2026-06-02T04:49:14.796" v="975" actId="1076"/>
          <ac:picMkLst>
            <pc:docMk/>
            <pc:sldMk cId="3049557746" sldId="320"/>
            <ac:picMk id="5" creationId="{49631F09-D622-8DDD-8052-69832A2ED950}"/>
          </ac:picMkLst>
        </pc:picChg>
        <pc:picChg chg="del">
          <ac:chgData name="현진 장" userId="3a4f4ab2d25ec815" providerId="LiveId" clId="{915EA1A6-F264-4808-9BE2-98CB25AECFB7}" dt="2026-06-02T04:48:38.113" v="822" actId="478"/>
          <ac:picMkLst>
            <pc:docMk/>
            <pc:sldMk cId="3049557746" sldId="320"/>
            <ac:picMk id="8" creationId="{C32BBC3A-7509-60AB-D02D-FBB5988A9B9B}"/>
          </ac:picMkLst>
        </pc:picChg>
      </pc:sldChg>
      <pc:sldChg chg="del">
        <pc:chgData name="현진 장" userId="3a4f4ab2d25ec815" providerId="LiveId" clId="{915EA1A6-F264-4808-9BE2-98CB25AECFB7}" dt="2026-06-02T05:45:27.617" v="3740" actId="47"/>
        <pc:sldMkLst>
          <pc:docMk/>
          <pc:sldMk cId="3282423766" sldId="321"/>
        </pc:sldMkLst>
      </pc:sldChg>
      <pc:sldChg chg="del">
        <pc:chgData name="현진 장" userId="3a4f4ab2d25ec815" providerId="LiveId" clId="{915EA1A6-F264-4808-9BE2-98CB25AECFB7}" dt="2026-06-02T05:12:51.118" v="2579" actId="47"/>
        <pc:sldMkLst>
          <pc:docMk/>
          <pc:sldMk cId="3770286515" sldId="322"/>
        </pc:sldMkLst>
      </pc:sldChg>
      <pc:sldChg chg="del">
        <pc:chgData name="현진 장" userId="3a4f4ab2d25ec815" providerId="LiveId" clId="{915EA1A6-F264-4808-9BE2-98CB25AECFB7}" dt="2026-06-02T03:29:23.017" v="9" actId="47"/>
        <pc:sldMkLst>
          <pc:docMk/>
          <pc:sldMk cId="814157665" sldId="323"/>
        </pc:sldMkLst>
      </pc:sldChg>
      <pc:sldChg chg="addSp delSp modSp add mod">
        <pc:chgData name="현진 장" userId="3a4f4ab2d25ec815" providerId="LiveId" clId="{915EA1A6-F264-4808-9BE2-98CB25AECFB7}" dt="2026-06-02T04:53:38.336" v="1243" actId="478"/>
        <pc:sldMkLst>
          <pc:docMk/>
          <pc:sldMk cId="2900661724" sldId="323"/>
        </pc:sldMkLst>
        <pc:spChg chg="mod">
          <ac:chgData name="현진 장" userId="3a4f4ab2d25ec815" providerId="LiveId" clId="{915EA1A6-F264-4808-9BE2-98CB25AECFB7}" dt="2026-06-02T04:52:04.269" v="1185" actId="20577"/>
          <ac:spMkLst>
            <pc:docMk/>
            <pc:sldMk cId="2900661724" sldId="323"/>
            <ac:spMk id="4" creationId="{21379A52-A263-369B-0761-045324ACDDEA}"/>
          </ac:spMkLst>
        </pc:spChg>
        <pc:spChg chg="mod">
          <ac:chgData name="현진 장" userId="3a4f4ab2d25ec815" providerId="LiveId" clId="{915EA1A6-F264-4808-9BE2-98CB25AECFB7}" dt="2026-06-02T04:53:23.896" v="1239" actId="1076"/>
          <ac:spMkLst>
            <pc:docMk/>
            <pc:sldMk cId="2900661724" sldId="323"/>
            <ac:spMk id="5" creationId="{85A3FBFF-29E2-432B-4435-8B1630C80BEC}"/>
          </ac:spMkLst>
        </pc:spChg>
        <pc:spChg chg="mod ord">
          <ac:chgData name="현진 장" userId="3a4f4ab2d25ec815" providerId="LiveId" clId="{915EA1A6-F264-4808-9BE2-98CB25AECFB7}" dt="2026-06-02T04:52:31.986" v="1193" actId="14100"/>
          <ac:spMkLst>
            <pc:docMk/>
            <pc:sldMk cId="2900661724" sldId="323"/>
            <ac:spMk id="7" creationId="{51CCAB33-1F4E-2604-3F9C-076706DA6336}"/>
          </ac:spMkLst>
        </pc:spChg>
        <pc:spChg chg="del">
          <ac:chgData name="현진 장" userId="3a4f4ab2d25ec815" providerId="LiveId" clId="{915EA1A6-F264-4808-9BE2-98CB25AECFB7}" dt="2026-06-02T04:52:21.468" v="1189" actId="478"/>
          <ac:spMkLst>
            <pc:docMk/>
            <pc:sldMk cId="2900661724" sldId="323"/>
            <ac:spMk id="8" creationId="{03BFF4E3-6A9E-27CF-5792-B048B4CC598D}"/>
          </ac:spMkLst>
        </pc:spChg>
        <pc:spChg chg="del">
          <ac:chgData name="현진 장" userId="3a4f4ab2d25ec815" providerId="LiveId" clId="{915EA1A6-F264-4808-9BE2-98CB25AECFB7}" dt="2026-06-02T04:52:35.826" v="1194" actId="478"/>
          <ac:spMkLst>
            <pc:docMk/>
            <pc:sldMk cId="2900661724" sldId="323"/>
            <ac:spMk id="9" creationId="{F429644B-59FC-D920-C2C9-195FD6F7F69E}"/>
          </ac:spMkLst>
        </pc:spChg>
        <pc:picChg chg="del">
          <ac:chgData name="현진 장" userId="3a4f4ab2d25ec815" providerId="LiveId" clId="{915EA1A6-F264-4808-9BE2-98CB25AECFB7}" dt="2026-06-02T04:52:05.474" v="1186" actId="478"/>
          <ac:picMkLst>
            <pc:docMk/>
            <pc:sldMk cId="2900661724" sldId="323"/>
            <ac:picMk id="3" creationId="{DE2A8F35-400E-B05E-1959-74CB4F93D6FA}"/>
          </ac:picMkLst>
        </pc:picChg>
        <pc:picChg chg="add mod">
          <ac:chgData name="현진 장" userId="3a4f4ab2d25ec815" providerId="LiveId" clId="{915EA1A6-F264-4808-9BE2-98CB25AECFB7}" dt="2026-06-02T04:52:23.368" v="1190" actId="1076"/>
          <ac:picMkLst>
            <pc:docMk/>
            <pc:sldMk cId="2900661724" sldId="323"/>
            <ac:picMk id="6" creationId="{AA70D8F3-6AFA-3C5E-C89E-A24F0FBAFD7F}"/>
          </ac:picMkLst>
        </pc:picChg>
        <pc:cxnChg chg="add del mod">
          <ac:chgData name="현진 장" userId="3a4f4ab2d25ec815" providerId="LiveId" clId="{915EA1A6-F264-4808-9BE2-98CB25AECFB7}" dt="2026-06-02T04:53:38.336" v="1243" actId="478"/>
          <ac:cxnSpMkLst>
            <pc:docMk/>
            <pc:sldMk cId="2900661724" sldId="323"/>
            <ac:cxnSpMk id="12" creationId="{2BC8D741-A4AE-F16B-1DC6-12B1B15FB8F6}"/>
          </ac:cxnSpMkLst>
        </pc:cxnChg>
      </pc:sldChg>
      <pc:sldChg chg="addSp delSp modSp add mod">
        <pc:chgData name="현진 장" userId="3a4f4ab2d25ec815" providerId="LiveId" clId="{915EA1A6-F264-4808-9BE2-98CB25AECFB7}" dt="2026-06-02T05:45:19.499" v="3739" actId="20577"/>
        <pc:sldMkLst>
          <pc:docMk/>
          <pc:sldMk cId="790520623" sldId="324"/>
        </pc:sldMkLst>
        <pc:spChg chg="mod">
          <ac:chgData name="현진 장" userId="3a4f4ab2d25ec815" providerId="LiveId" clId="{915EA1A6-F264-4808-9BE2-98CB25AECFB7}" dt="2026-06-02T05:45:19.499" v="3739" actId="20577"/>
          <ac:spMkLst>
            <pc:docMk/>
            <pc:sldMk cId="790520623" sldId="324"/>
            <ac:spMk id="2" creationId="{BB28ED9D-D391-2C6F-A35D-B6A84E3897EE}"/>
          </ac:spMkLst>
        </pc:spChg>
        <pc:spChg chg="mod">
          <ac:chgData name="현진 장" userId="3a4f4ab2d25ec815" providerId="LiveId" clId="{915EA1A6-F264-4808-9BE2-98CB25AECFB7}" dt="2026-06-02T04:54:19.808" v="1272" actId="20577"/>
          <ac:spMkLst>
            <pc:docMk/>
            <pc:sldMk cId="790520623" sldId="324"/>
            <ac:spMk id="4" creationId="{B4500118-B11A-0BAC-DA1C-78A09FE74229}"/>
          </ac:spMkLst>
        </pc:spChg>
        <pc:spChg chg="del">
          <ac:chgData name="현진 장" userId="3a4f4ab2d25ec815" providerId="LiveId" clId="{915EA1A6-F264-4808-9BE2-98CB25AECFB7}" dt="2026-06-02T04:54:24.555" v="1273" actId="478"/>
          <ac:spMkLst>
            <pc:docMk/>
            <pc:sldMk cId="790520623" sldId="324"/>
            <ac:spMk id="9" creationId="{0F92320D-1FED-E146-62B5-72A54D69A94B}"/>
          </ac:spMkLst>
        </pc:spChg>
        <pc:picChg chg="add mod">
          <ac:chgData name="현진 장" userId="3a4f4ab2d25ec815" providerId="LiveId" clId="{915EA1A6-F264-4808-9BE2-98CB25AECFB7}" dt="2026-06-02T04:54:40.563" v="1275" actId="1076"/>
          <ac:picMkLst>
            <pc:docMk/>
            <pc:sldMk cId="790520623" sldId="324"/>
            <ac:picMk id="5" creationId="{3E2028D9-191A-A5D4-CFB3-7B04659C522F}"/>
          </ac:picMkLst>
        </pc:picChg>
        <pc:picChg chg="add del">
          <ac:chgData name="현진 장" userId="3a4f4ab2d25ec815" providerId="LiveId" clId="{915EA1A6-F264-4808-9BE2-98CB25AECFB7}" dt="2026-06-02T05:04:19.560" v="1769" actId="478"/>
          <ac:picMkLst>
            <pc:docMk/>
            <pc:sldMk cId="790520623" sldId="324"/>
            <ac:picMk id="7" creationId="{EEC533C7-D90B-4FAF-6E2E-D5B489A0086E}"/>
          </ac:picMkLst>
        </pc:picChg>
      </pc:sldChg>
      <pc:sldChg chg="addSp delSp modSp add mod ord">
        <pc:chgData name="현진 장" userId="3a4f4ab2d25ec815" providerId="LiveId" clId="{915EA1A6-F264-4808-9BE2-98CB25AECFB7}" dt="2026-06-02T05:46:39.290" v="3796" actId="1076"/>
        <pc:sldMkLst>
          <pc:docMk/>
          <pc:sldMk cId="1912122682" sldId="325"/>
        </pc:sldMkLst>
        <pc:spChg chg="mod">
          <ac:chgData name="현진 장" userId="3a4f4ab2d25ec815" providerId="LiveId" clId="{915EA1A6-F264-4808-9BE2-98CB25AECFB7}" dt="2026-06-02T05:46:37.334" v="3795" actId="1076"/>
          <ac:spMkLst>
            <pc:docMk/>
            <pc:sldMk cId="1912122682" sldId="325"/>
            <ac:spMk id="2" creationId="{B5B7BA6B-3330-7A14-01AC-74C707BB149B}"/>
          </ac:spMkLst>
        </pc:spChg>
        <pc:spChg chg="add mod">
          <ac:chgData name="현진 장" userId="3a4f4ab2d25ec815" providerId="LiveId" clId="{915EA1A6-F264-4808-9BE2-98CB25AECFB7}" dt="2026-06-02T05:03:38.369" v="1719" actId="1076"/>
          <ac:spMkLst>
            <pc:docMk/>
            <pc:sldMk cId="1912122682" sldId="325"/>
            <ac:spMk id="3" creationId="{62133D2D-FF84-36FD-FE96-E7DAF1222F54}"/>
          </ac:spMkLst>
        </pc:spChg>
        <pc:spChg chg="add del mod">
          <ac:chgData name="현진 장" userId="3a4f4ab2d25ec815" providerId="LiveId" clId="{915EA1A6-F264-4808-9BE2-98CB25AECFB7}" dt="2026-06-02T05:46:18.130" v="3762" actId="478"/>
          <ac:spMkLst>
            <pc:docMk/>
            <pc:sldMk cId="1912122682" sldId="325"/>
            <ac:spMk id="5" creationId="{C9B65113-9E48-F895-1576-15522B556C77}"/>
          </ac:spMkLst>
        </pc:spChg>
        <pc:spChg chg="add mod">
          <ac:chgData name="현진 장" userId="3a4f4ab2d25ec815" providerId="LiveId" clId="{915EA1A6-F264-4808-9BE2-98CB25AECFB7}" dt="2026-06-02T05:46:39.290" v="3796" actId="1076"/>
          <ac:spMkLst>
            <pc:docMk/>
            <pc:sldMk cId="1912122682" sldId="325"/>
            <ac:spMk id="13" creationId="{920A6D8E-CC3A-C823-BFC8-CE453F1101CB}"/>
          </ac:spMkLst>
        </pc:spChg>
        <pc:picChg chg="del">
          <ac:chgData name="현진 장" userId="3a4f4ab2d25ec815" providerId="LiveId" clId="{915EA1A6-F264-4808-9BE2-98CB25AECFB7}" dt="2026-06-02T05:02:50.223" v="1582" actId="478"/>
          <ac:picMkLst>
            <pc:docMk/>
            <pc:sldMk cId="1912122682" sldId="325"/>
            <ac:picMk id="5" creationId="{0C5D4F18-0C35-D833-E776-C28641E74FF4}"/>
          </ac:picMkLst>
        </pc:picChg>
        <pc:picChg chg="del mod">
          <ac:chgData name="현진 장" userId="3a4f4ab2d25ec815" providerId="LiveId" clId="{915EA1A6-F264-4808-9BE2-98CB25AECFB7}" dt="2026-06-02T05:03:49.561" v="1720" actId="478"/>
          <ac:picMkLst>
            <pc:docMk/>
            <pc:sldMk cId="1912122682" sldId="325"/>
            <ac:picMk id="7" creationId="{F456E519-5A16-34C8-C823-3E9A2D341151}"/>
          </ac:picMkLst>
        </pc:picChg>
        <pc:picChg chg="add mod ord">
          <ac:chgData name="현진 장" userId="3a4f4ab2d25ec815" providerId="LiveId" clId="{915EA1A6-F264-4808-9BE2-98CB25AECFB7}" dt="2026-06-02T05:03:59.246" v="1726" actId="1076"/>
          <ac:picMkLst>
            <pc:docMk/>
            <pc:sldMk cId="1912122682" sldId="325"/>
            <ac:picMk id="8" creationId="{8CA43253-69BC-FCC5-E474-EE22EAD86E95}"/>
          </ac:picMkLst>
        </pc:picChg>
        <pc:picChg chg="add del">
          <ac:chgData name="현진 장" userId="3a4f4ab2d25ec815" providerId="LiveId" clId="{915EA1A6-F264-4808-9BE2-98CB25AECFB7}" dt="2026-06-02T05:04:03.140" v="1729" actId="478"/>
          <ac:picMkLst>
            <pc:docMk/>
            <pc:sldMk cId="1912122682" sldId="325"/>
            <ac:picMk id="10" creationId="{AC6BE76C-F971-D9BA-4A99-E98BB1490779}"/>
          </ac:picMkLst>
        </pc:picChg>
        <pc:picChg chg="add del">
          <ac:chgData name="현진 장" userId="3a4f4ab2d25ec815" providerId="LiveId" clId="{915EA1A6-F264-4808-9BE2-98CB25AECFB7}" dt="2026-06-02T05:04:05.472" v="1731" actId="478"/>
          <ac:picMkLst>
            <pc:docMk/>
            <pc:sldMk cId="1912122682" sldId="325"/>
            <ac:picMk id="12" creationId="{D7D71823-6B35-73F1-4F8D-8D11234EB0E1}"/>
          </ac:picMkLst>
        </pc:picChg>
      </pc:sldChg>
      <pc:sldChg chg="addSp delSp modSp add del mod">
        <pc:chgData name="현진 장" userId="3a4f4ab2d25ec815" providerId="LiveId" clId="{915EA1A6-F264-4808-9BE2-98CB25AECFB7}" dt="2026-06-02T05:13:26.207" v="2582" actId="47"/>
        <pc:sldMkLst>
          <pc:docMk/>
          <pc:sldMk cId="520092503" sldId="326"/>
        </pc:sldMkLst>
        <pc:spChg chg="mod">
          <ac:chgData name="현진 장" userId="3a4f4ab2d25ec815" providerId="LiveId" clId="{915EA1A6-F264-4808-9BE2-98CB25AECFB7}" dt="2026-06-02T05:05:22.743" v="1837" actId="20577"/>
          <ac:spMkLst>
            <pc:docMk/>
            <pc:sldMk cId="520092503" sldId="326"/>
            <ac:spMk id="2" creationId="{321CCCD3-E02C-A4D0-3516-BD76906904D8}"/>
          </ac:spMkLst>
        </pc:spChg>
        <pc:spChg chg="del">
          <ac:chgData name="현진 장" userId="3a4f4ab2d25ec815" providerId="LiveId" clId="{915EA1A6-F264-4808-9BE2-98CB25AECFB7}" dt="2026-06-02T05:04:54.621" v="1829" actId="478"/>
          <ac:spMkLst>
            <pc:docMk/>
            <pc:sldMk cId="520092503" sldId="326"/>
            <ac:spMk id="3" creationId="{B7DA8A4F-280C-E112-7C86-915E53E20086}"/>
          </ac:spMkLst>
        </pc:spChg>
        <pc:spChg chg="add mod">
          <ac:chgData name="현진 장" userId="3a4f4ab2d25ec815" providerId="LiveId" clId="{915EA1A6-F264-4808-9BE2-98CB25AECFB7}" dt="2026-06-02T05:05:12.358" v="1835" actId="1076"/>
          <ac:spMkLst>
            <pc:docMk/>
            <pc:sldMk cId="520092503" sldId="326"/>
            <ac:spMk id="7" creationId="{F8540EA0-3C0B-AF04-E802-760187FAE228}"/>
          </ac:spMkLst>
        </pc:spChg>
        <pc:spChg chg="del">
          <ac:chgData name="현진 장" userId="3a4f4ab2d25ec815" providerId="LiveId" clId="{915EA1A6-F264-4808-9BE2-98CB25AECFB7}" dt="2026-06-02T05:04:58.564" v="1831" actId="478"/>
          <ac:spMkLst>
            <pc:docMk/>
            <pc:sldMk cId="520092503" sldId="326"/>
            <ac:spMk id="13" creationId="{9E42CBCF-BB86-ED7D-5621-6DB175A6B73B}"/>
          </ac:spMkLst>
        </pc:spChg>
        <pc:picChg chg="add mod">
          <ac:chgData name="현진 장" userId="3a4f4ab2d25ec815" providerId="LiveId" clId="{915EA1A6-F264-4808-9BE2-98CB25AECFB7}" dt="2026-06-02T05:04:55.750" v="1830" actId="1076"/>
          <ac:picMkLst>
            <pc:docMk/>
            <pc:sldMk cId="520092503" sldId="326"/>
            <ac:picMk id="6" creationId="{7419331B-4683-88CE-0898-3D2DDF5E7891}"/>
          </ac:picMkLst>
        </pc:picChg>
        <pc:picChg chg="del">
          <ac:chgData name="현진 장" userId="3a4f4ab2d25ec815" providerId="LiveId" clId="{915EA1A6-F264-4808-9BE2-98CB25AECFB7}" dt="2026-06-02T05:04:52.619" v="1827" actId="478"/>
          <ac:picMkLst>
            <pc:docMk/>
            <pc:sldMk cId="520092503" sldId="326"/>
            <ac:picMk id="8" creationId="{B4C563DF-C221-7B2A-978F-BE628B8EC4E6}"/>
          </ac:picMkLst>
        </pc:picChg>
      </pc:sldChg>
      <pc:sldChg chg="modSp add mod">
        <pc:chgData name="현진 장" userId="3a4f4ab2d25ec815" providerId="LiveId" clId="{915EA1A6-F264-4808-9BE2-98CB25AECFB7}" dt="2026-06-02T05:08:54.090" v="2120" actId="20577"/>
        <pc:sldMkLst>
          <pc:docMk/>
          <pc:sldMk cId="482790722" sldId="327"/>
        </pc:sldMkLst>
        <pc:spChg chg="mod">
          <ac:chgData name="현진 장" userId="3a4f4ab2d25ec815" providerId="LiveId" clId="{915EA1A6-F264-4808-9BE2-98CB25AECFB7}" dt="2026-06-02T05:08:54.090" v="2120" actId="20577"/>
          <ac:spMkLst>
            <pc:docMk/>
            <pc:sldMk cId="482790722" sldId="327"/>
            <ac:spMk id="2" creationId="{45039F3E-F1F7-4D9A-2EF7-262B223AA9F8}"/>
          </ac:spMkLst>
        </pc:spChg>
      </pc:sldChg>
      <pc:sldChg chg="addSp delSp modSp add mod">
        <pc:chgData name="현진 장" userId="3a4f4ab2d25ec815" providerId="LiveId" clId="{915EA1A6-F264-4808-9BE2-98CB25AECFB7}" dt="2026-06-02T05:12:11.840" v="2578" actId="20577"/>
        <pc:sldMkLst>
          <pc:docMk/>
          <pc:sldMk cId="2951493115" sldId="328"/>
        </pc:sldMkLst>
        <pc:spChg chg="mod">
          <ac:chgData name="현진 장" userId="3a4f4ab2d25ec815" providerId="LiveId" clId="{915EA1A6-F264-4808-9BE2-98CB25AECFB7}" dt="2026-06-02T05:12:11.840" v="2578" actId="20577"/>
          <ac:spMkLst>
            <pc:docMk/>
            <pc:sldMk cId="2951493115" sldId="328"/>
            <ac:spMk id="2" creationId="{1C1FF7EA-C8B6-4BC9-B229-69A7CB0419FF}"/>
          </ac:spMkLst>
        </pc:spChg>
        <pc:spChg chg="mod">
          <ac:chgData name="현진 장" userId="3a4f4ab2d25ec815" providerId="LiveId" clId="{915EA1A6-F264-4808-9BE2-98CB25AECFB7}" dt="2026-06-02T05:09:20.627" v="2127" actId="20577"/>
          <ac:spMkLst>
            <pc:docMk/>
            <pc:sldMk cId="2951493115" sldId="328"/>
            <ac:spMk id="4" creationId="{1215F9E1-12B1-1D12-F01E-8D747FF0D565}"/>
          </ac:spMkLst>
        </pc:spChg>
        <pc:spChg chg="mod ord">
          <ac:chgData name="현진 장" userId="3a4f4ab2d25ec815" providerId="LiveId" clId="{915EA1A6-F264-4808-9BE2-98CB25AECFB7}" dt="2026-06-02T05:09:34.276" v="2134" actId="14100"/>
          <ac:spMkLst>
            <pc:docMk/>
            <pc:sldMk cId="2951493115" sldId="328"/>
            <ac:spMk id="7" creationId="{3220357A-4010-C322-F4AE-5A81B7DDC44B}"/>
          </ac:spMkLst>
        </pc:spChg>
        <pc:picChg chg="add mod">
          <ac:chgData name="현진 장" userId="3a4f4ab2d25ec815" providerId="LiveId" clId="{915EA1A6-F264-4808-9BE2-98CB25AECFB7}" dt="2026-06-02T05:09:29.898" v="2131" actId="1076"/>
          <ac:picMkLst>
            <pc:docMk/>
            <pc:sldMk cId="2951493115" sldId="328"/>
            <ac:picMk id="5" creationId="{B15B7C97-4D9B-A859-C1B7-51040CFC8958}"/>
          </ac:picMkLst>
        </pc:picChg>
        <pc:picChg chg="del">
          <ac:chgData name="현진 장" userId="3a4f4ab2d25ec815" providerId="LiveId" clId="{915EA1A6-F264-4808-9BE2-98CB25AECFB7}" dt="2026-06-02T05:09:06.925" v="2123" actId="478"/>
          <ac:picMkLst>
            <pc:docMk/>
            <pc:sldMk cId="2951493115" sldId="328"/>
            <ac:picMk id="6" creationId="{AF095F87-23DB-6769-44F5-757E1F5BA7BA}"/>
          </ac:picMkLst>
        </pc:picChg>
      </pc:sldChg>
      <pc:sldChg chg="addSp delSp modSp add mod">
        <pc:chgData name="현진 장" userId="3a4f4ab2d25ec815" providerId="LiveId" clId="{915EA1A6-F264-4808-9BE2-98CB25AECFB7}" dt="2026-06-02T05:21:20.764" v="2887" actId="478"/>
        <pc:sldMkLst>
          <pc:docMk/>
          <pc:sldMk cId="2966362746" sldId="329"/>
        </pc:sldMkLst>
        <pc:spChg chg="mod">
          <ac:chgData name="현진 장" userId="3a4f4ab2d25ec815" providerId="LiveId" clId="{915EA1A6-F264-4808-9BE2-98CB25AECFB7}" dt="2026-06-02T05:20:03.407" v="2757" actId="20577"/>
          <ac:spMkLst>
            <pc:docMk/>
            <pc:sldMk cId="2966362746" sldId="329"/>
            <ac:spMk id="2" creationId="{C4511C4D-3C79-5063-19D9-3E6C839935DE}"/>
          </ac:spMkLst>
        </pc:spChg>
        <pc:spChg chg="mod ord">
          <ac:chgData name="현진 장" userId="3a4f4ab2d25ec815" providerId="LiveId" clId="{915EA1A6-F264-4808-9BE2-98CB25AECFB7}" dt="2026-06-02T05:19:55.689" v="2724" actId="14100"/>
          <ac:spMkLst>
            <pc:docMk/>
            <pc:sldMk cId="2966362746" sldId="329"/>
            <ac:spMk id="7" creationId="{DB0CF561-5425-2914-BB76-A985D598A5B8}"/>
          </ac:spMkLst>
        </pc:spChg>
        <pc:picChg chg="del">
          <ac:chgData name="현진 장" userId="3a4f4ab2d25ec815" providerId="LiveId" clId="{915EA1A6-F264-4808-9BE2-98CB25AECFB7}" dt="2026-06-02T05:18:13.324" v="2584" actId="478"/>
          <ac:picMkLst>
            <pc:docMk/>
            <pc:sldMk cId="2966362746" sldId="329"/>
            <ac:picMk id="5" creationId="{F8F1AF7C-FD1F-B725-0426-FC71081D21CA}"/>
          </ac:picMkLst>
        </pc:picChg>
        <pc:picChg chg="add mod ord">
          <ac:chgData name="현진 장" userId="3a4f4ab2d25ec815" providerId="LiveId" clId="{915EA1A6-F264-4808-9BE2-98CB25AECFB7}" dt="2026-06-02T05:19:51.062" v="2721" actId="1076"/>
          <ac:picMkLst>
            <pc:docMk/>
            <pc:sldMk cId="2966362746" sldId="329"/>
            <ac:picMk id="6" creationId="{CE6FD199-54AF-A889-CDFC-CA9AC806EBC0}"/>
          </ac:picMkLst>
        </pc:picChg>
        <pc:picChg chg="add del">
          <ac:chgData name="현진 장" userId="3a4f4ab2d25ec815" providerId="LiveId" clId="{915EA1A6-F264-4808-9BE2-98CB25AECFB7}" dt="2026-06-02T05:21:20.764" v="2887" actId="478"/>
          <ac:picMkLst>
            <pc:docMk/>
            <pc:sldMk cId="2966362746" sldId="329"/>
            <ac:picMk id="9" creationId="{8A5F5FA4-A7DE-0F2C-E5BD-50E2DD24FF47}"/>
          </ac:picMkLst>
        </pc:picChg>
      </pc:sldChg>
      <pc:sldChg chg="delSp modSp add mod ord">
        <pc:chgData name="현진 장" userId="3a4f4ab2d25ec815" providerId="LiveId" clId="{915EA1A6-F264-4808-9BE2-98CB25AECFB7}" dt="2026-06-02T05:21:17.283" v="2886"/>
        <pc:sldMkLst>
          <pc:docMk/>
          <pc:sldMk cId="1643645309" sldId="330"/>
        </pc:sldMkLst>
        <pc:spChg chg="mod">
          <ac:chgData name="현진 장" userId="3a4f4ab2d25ec815" providerId="LiveId" clId="{915EA1A6-F264-4808-9BE2-98CB25AECFB7}" dt="2026-06-02T05:21:07.690" v="2884" actId="13926"/>
          <ac:spMkLst>
            <pc:docMk/>
            <pc:sldMk cId="1643645309" sldId="330"/>
            <ac:spMk id="2" creationId="{566AA88A-9D42-4B39-0C9B-E78C0C8A114B}"/>
          </ac:spMkLst>
        </pc:spChg>
        <pc:spChg chg="del">
          <ac:chgData name="현진 장" userId="3a4f4ab2d25ec815" providerId="LiveId" clId="{915EA1A6-F264-4808-9BE2-98CB25AECFB7}" dt="2026-06-02T05:20:25.497" v="2763" actId="478"/>
          <ac:spMkLst>
            <pc:docMk/>
            <pc:sldMk cId="1643645309" sldId="330"/>
            <ac:spMk id="7" creationId="{77B21D33-C319-DB14-8BC5-941088CBAA37}"/>
          </ac:spMkLst>
        </pc:spChg>
        <pc:picChg chg="del mod">
          <ac:chgData name="현진 장" userId="3a4f4ab2d25ec815" providerId="LiveId" clId="{915EA1A6-F264-4808-9BE2-98CB25AECFB7}" dt="2026-06-02T05:20:22.637" v="2761" actId="478"/>
          <ac:picMkLst>
            <pc:docMk/>
            <pc:sldMk cId="1643645309" sldId="330"/>
            <ac:picMk id="6" creationId="{AABC30E6-79F6-DC1E-50A0-9106430CFE70}"/>
          </ac:picMkLst>
        </pc:picChg>
        <pc:picChg chg="mod">
          <ac:chgData name="현진 장" userId="3a4f4ab2d25ec815" providerId="LiveId" clId="{915EA1A6-F264-4808-9BE2-98CB25AECFB7}" dt="2026-06-02T05:20:24.276" v="2762" actId="1076"/>
          <ac:picMkLst>
            <pc:docMk/>
            <pc:sldMk cId="1643645309" sldId="330"/>
            <ac:picMk id="9" creationId="{E38A5093-B159-6678-E32B-6483EAF28F9C}"/>
          </ac:picMkLst>
        </pc:picChg>
      </pc:sldChg>
      <pc:sldChg chg="addSp delSp modSp add mod">
        <pc:chgData name="현진 장" userId="3a4f4ab2d25ec815" providerId="LiveId" clId="{915EA1A6-F264-4808-9BE2-98CB25AECFB7}" dt="2026-06-02T05:26:43.596" v="3208" actId="13926"/>
        <pc:sldMkLst>
          <pc:docMk/>
          <pc:sldMk cId="2278005940" sldId="331"/>
        </pc:sldMkLst>
        <pc:spChg chg="del">
          <ac:chgData name="현진 장" userId="3a4f4ab2d25ec815" providerId="LiveId" clId="{915EA1A6-F264-4808-9BE2-98CB25AECFB7}" dt="2026-06-02T05:21:46.096" v="2889" actId="478"/>
          <ac:spMkLst>
            <pc:docMk/>
            <pc:sldMk cId="2278005940" sldId="331"/>
            <ac:spMk id="2" creationId="{B429C1AB-1C04-FC4B-B926-D66C9E8659A9}"/>
          </ac:spMkLst>
        </pc:spChg>
        <pc:spChg chg="add mod">
          <ac:chgData name="현진 장" userId="3a4f4ab2d25ec815" providerId="LiveId" clId="{915EA1A6-F264-4808-9BE2-98CB25AECFB7}" dt="2026-06-02T05:26:43.596" v="3208" actId="13926"/>
          <ac:spMkLst>
            <pc:docMk/>
            <pc:sldMk cId="2278005940" sldId="331"/>
            <ac:spMk id="3" creationId="{D3000A4B-150C-E8AE-65AB-CEB7E605F7A5}"/>
          </ac:spMkLst>
        </pc:spChg>
        <pc:spChg chg="mod">
          <ac:chgData name="현진 장" userId="3a4f4ab2d25ec815" providerId="LiveId" clId="{915EA1A6-F264-4808-9BE2-98CB25AECFB7}" dt="2026-06-02T05:21:52.278" v="2892" actId="14100"/>
          <ac:spMkLst>
            <pc:docMk/>
            <pc:sldMk cId="2278005940" sldId="331"/>
            <ac:spMk id="7" creationId="{0F4BED0D-CFA1-AE76-FAA1-118356FFBE06}"/>
          </ac:spMkLst>
        </pc:spChg>
      </pc:sldChg>
      <pc:sldChg chg="addSp delSp modSp add mod">
        <pc:chgData name="현진 장" userId="3a4f4ab2d25ec815" providerId="LiveId" clId="{915EA1A6-F264-4808-9BE2-98CB25AECFB7}" dt="2026-06-02T05:32:38.413" v="3586" actId="1076"/>
        <pc:sldMkLst>
          <pc:docMk/>
          <pc:sldMk cId="2531887999" sldId="332"/>
        </pc:sldMkLst>
        <pc:spChg chg="mod">
          <ac:chgData name="현진 장" userId="3a4f4ab2d25ec815" providerId="LiveId" clId="{915EA1A6-F264-4808-9BE2-98CB25AECFB7}" dt="2026-06-02T05:32:22.164" v="3554" actId="1076"/>
          <ac:spMkLst>
            <pc:docMk/>
            <pc:sldMk cId="2531887999" sldId="332"/>
            <ac:spMk id="2" creationId="{4D04697C-7CC5-FE3E-F88A-7F3FA43D05E6}"/>
          </ac:spMkLst>
        </pc:spChg>
        <pc:spChg chg="mod">
          <ac:chgData name="현진 장" userId="3a4f4ab2d25ec815" providerId="LiveId" clId="{915EA1A6-F264-4808-9BE2-98CB25AECFB7}" dt="2026-06-02T05:31:26.502" v="3502" actId="20577"/>
          <ac:spMkLst>
            <pc:docMk/>
            <pc:sldMk cId="2531887999" sldId="332"/>
            <ac:spMk id="4" creationId="{40F03177-6A1D-EA81-E27B-E08B3CB75ECA}"/>
          </ac:spMkLst>
        </pc:spChg>
        <pc:spChg chg="add mod">
          <ac:chgData name="현진 장" userId="3a4f4ab2d25ec815" providerId="LiveId" clId="{915EA1A6-F264-4808-9BE2-98CB25AECFB7}" dt="2026-06-02T05:30:04.468" v="3262" actId="14100"/>
          <ac:spMkLst>
            <pc:docMk/>
            <pc:sldMk cId="2531887999" sldId="332"/>
            <ac:spMk id="8" creationId="{65445969-6FC5-F60E-18A3-177519B7787D}"/>
          </ac:spMkLst>
        </pc:spChg>
        <pc:spChg chg="add mod">
          <ac:chgData name="현진 장" userId="3a4f4ab2d25ec815" providerId="LiveId" clId="{915EA1A6-F264-4808-9BE2-98CB25AECFB7}" dt="2026-06-02T05:31:58.470" v="3509" actId="14100"/>
          <ac:spMkLst>
            <pc:docMk/>
            <pc:sldMk cId="2531887999" sldId="332"/>
            <ac:spMk id="12" creationId="{50ADA0EB-A3DF-5236-A55B-576147BB4FA8}"/>
          </ac:spMkLst>
        </pc:spChg>
        <pc:spChg chg="add mod">
          <ac:chgData name="현진 장" userId="3a4f4ab2d25ec815" providerId="LiveId" clId="{915EA1A6-F264-4808-9BE2-98CB25AECFB7}" dt="2026-06-02T05:32:38.413" v="3586" actId="1076"/>
          <ac:spMkLst>
            <pc:docMk/>
            <pc:sldMk cId="2531887999" sldId="332"/>
            <ac:spMk id="13" creationId="{C5C23118-FF7F-D0A3-0BCD-8689883524E1}"/>
          </ac:spMkLst>
        </pc:spChg>
        <pc:picChg chg="add del mod">
          <ac:chgData name="현진 장" userId="3a4f4ab2d25ec815" providerId="LiveId" clId="{915EA1A6-F264-4808-9BE2-98CB25AECFB7}" dt="2026-06-02T05:29:25.190" v="3254" actId="478"/>
          <ac:picMkLst>
            <pc:docMk/>
            <pc:sldMk cId="2531887999" sldId="332"/>
            <ac:picMk id="5" creationId="{1219A5B0-227B-50C4-CDD7-D1AB83C88995}"/>
          </ac:picMkLst>
        </pc:picChg>
        <pc:picChg chg="add mod">
          <ac:chgData name="현진 장" userId="3a4f4ab2d25ec815" providerId="LiveId" clId="{915EA1A6-F264-4808-9BE2-98CB25AECFB7}" dt="2026-06-02T05:29:37.855" v="3256" actId="1076"/>
          <ac:picMkLst>
            <pc:docMk/>
            <pc:sldMk cId="2531887999" sldId="332"/>
            <ac:picMk id="7" creationId="{46BFA030-9547-15B0-9261-17FBE417FC5C}"/>
          </ac:picMkLst>
        </pc:picChg>
        <pc:picChg chg="del">
          <ac:chgData name="현진 장" userId="3a4f4ab2d25ec815" providerId="LiveId" clId="{915EA1A6-F264-4808-9BE2-98CB25AECFB7}" dt="2026-06-02T05:29:21.346" v="3251" actId="478"/>
          <ac:picMkLst>
            <pc:docMk/>
            <pc:sldMk cId="2531887999" sldId="332"/>
            <ac:picMk id="9" creationId="{0B5472E9-20A4-7C39-301B-2CDF40D85907}"/>
          </ac:picMkLst>
        </pc:picChg>
        <pc:picChg chg="add mod">
          <ac:chgData name="현진 장" userId="3a4f4ab2d25ec815" providerId="LiveId" clId="{915EA1A6-F264-4808-9BE2-98CB25AECFB7}" dt="2026-06-02T05:31:46.944" v="3504" actId="1076"/>
          <ac:picMkLst>
            <pc:docMk/>
            <pc:sldMk cId="2531887999" sldId="332"/>
            <ac:picMk id="11" creationId="{DBE2E071-E09F-3ED0-F227-F2AD79D7D004}"/>
          </ac:picMkLst>
        </pc:picChg>
      </pc:sldChg>
      <pc:sldChg chg="addSp delSp modSp add mod">
        <pc:chgData name="현진 장" userId="3a4f4ab2d25ec815" providerId="LiveId" clId="{915EA1A6-F264-4808-9BE2-98CB25AECFB7}" dt="2026-06-02T05:34:42.141" v="3734" actId="20577"/>
        <pc:sldMkLst>
          <pc:docMk/>
          <pc:sldMk cId="1206910690" sldId="333"/>
        </pc:sldMkLst>
        <pc:spChg chg="mod">
          <ac:chgData name="현진 장" userId="3a4f4ab2d25ec815" providerId="LiveId" clId="{915EA1A6-F264-4808-9BE2-98CB25AECFB7}" dt="2026-06-02T05:34:13.881" v="3613" actId="1076"/>
          <ac:spMkLst>
            <pc:docMk/>
            <pc:sldMk cId="1206910690" sldId="333"/>
            <ac:spMk id="2" creationId="{C239D7BD-83F8-23C0-94FD-CE28B48FA241}"/>
          </ac:spMkLst>
        </pc:spChg>
        <pc:spChg chg="del">
          <ac:chgData name="현진 장" userId="3a4f4ab2d25ec815" providerId="LiveId" clId="{915EA1A6-F264-4808-9BE2-98CB25AECFB7}" dt="2026-06-02T05:34:04.723" v="3607" actId="478"/>
          <ac:spMkLst>
            <pc:docMk/>
            <pc:sldMk cId="1206910690" sldId="333"/>
            <ac:spMk id="5" creationId="{24246700-685B-39A9-4EAF-E2C44B919823}"/>
          </ac:spMkLst>
        </pc:spChg>
        <pc:spChg chg="del">
          <ac:chgData name="현진 장" userId="3a4f4ab2d25ec815" providerId="LiveId" clId="{915EA1A6-F264-4808-9BE2-98CB25AECFB7}" dt="2026-06-02T05:34:04.723" v="3607" actId="478"/>
          <ac:spMkLst>
            <pc:docMk/>
            <pc:sldMk cId="1206910690" sldId="333"/>
            <ac:spMk id="7" creationId="{7144AB95-5F54-164A-D65E-C48830EB65FC}"/>
          </ac:spMkLst>
        </pc:spChg>
        <pc:spChg chg="add mod">
          <ac:chgData name="현진 장" userId="3a4f4ab2d25ec815" providerId="LiveId" clId="{915EA1A6-F264-4808-9BE2-98CB25AECFB7}" dt="2026-06-02T05:34:27.787" v="3666" actId="20577"/>
          <ac:spMkLst>
            <pc:docMk/>
            <pc:sldMk cId="1206910690" sldId="333"/>
            <ac:spMk id="9" creationId="{C24E1D33-1CC8-D92E-6A63-8FED630B3249}"/>
          </ac:spMkLst>
        </pc:spChg>
        <pc:spChg chg="add mod">
          <ac:chgData name="현진 장" userId="3a4f4ab2d25ec815" providerId="LiveId" clId="{915EA1A6-F264-4808-9BE2-98CB25AECFB7}" dt="2026-06-02T05:34:42.141" v="3734" actId="20577"/>
          <ac:spMkLst>
            <pc:docMk/>
            <pc:sldMk cId="1206910690" sldId="333"/>
            <ac:spMk id="10" creationId="{2773D0B0-3EAB-5BF2-1BEA-F78F3D2207E5}"/>
          </ac:spMkLst>
        </pc:spChg>
        <pc:picChg chg="mod">
          <ac:chgData name="현진 장" userId="3a4f4ab2d25ec815" providerId="LiveId" clId="{915EA1A6-F264-4808-9BE2-98CB25AECFB7}" dt="2026-06-02T05:34:08.829" v="3610" actId="1076"/>
          <ac:picMkLst>
            <pc:docMk/>
            <pc:sldMk cId="1206910690" sldId="333"/>
            <ac:picMk id="3" creationId="{27DDB93C-E1FA-A031-87BC-B2DF33572057}"/>
          </ac:picMkLst>
        </pc:picChg>
        <pc:picChg chg="del">
          <ac:chgData name="현진 장" userId="3a4f4ab2d25ec815" providerId="LiveId" clId="{915EA1A6-F264-4808-9BE2-98CB25AECFB7}" dt="2026-06-02T05:34:05.232" v="3608" actId="478"/>
          <ac:picMkLst>
            <pc:docMk/>
            <pc:sldMk cId="1206910690" sldId="333"/>
            <ac:picMk id="6" creationId="{D58C47B0-B5A4-3DA3-8AB5-5BCDC2413A5B}"/>
          </ac:picMkLst>
        </pc:picChg>
        <pc:picChg chg="add mod">
          <ac:chgData name="현진 장" userId="3a4f4ab2d25ec815" providerId="LiveId" clId="{915EA1A6-F264-4808-9BE2-98CB25AECFB7}" dt="2026-06-02T05:34:10.536" v="3612" actId="1076"/>
          <ac:picMkLst>
            <pc:docMk/>
            <pc:sldMk cId="1206910690" sldId="333"/>
            <ac:picMk id="8" creationId="{E7B958B9-484C-A817-4FC4-EBE96B6A26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59D75-BD07-4FB8-BC11-3B3DD9187BD7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2F229-4BB6-46A1-BA81-EF22ECA41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64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E612-B522-3457-C1F6-6F5B52AA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17D3A3-E46F-F428-C40F-A873F61F7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82CED4-37FA-9444-5F0D-A9FBFBAF5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55AF9-CCDF-21B9-B5A1-EC6B64CE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16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257A5-7074-3804-211F-75FB4169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BE64DD-54FB-8EEF-EB23-FD5D33589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51762E-7C1D-27DE-9D6B-F9FE847AA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C74E8-3D32-AACE-3B44-46FBD4A2A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421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178B5-72FE-DE6E-F439-9F140A7F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0F7A48-904D-B7F4-BC3D-7341C5772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1EC706-A503-9EE3-E8D0-5341DCDEB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F41B65-3424-AA89-1053-254CD7341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652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2733-B388-CFD5-90A9-C3CC9CB1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62E14B-C6FF-EB19-6433-24CF38F1A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B73D7-205D-D91D-47AB-B6C06795F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72607-C644-4954-674D-FFC4A8D63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38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E783-40A7-654A-24E8-BAC2EB05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C49557-8360-4E31-F477-396E78138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C9B163-3D2A-6B87-33CA-8485A0939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A5327-88A2-5308-9607-CAC0B8233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445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CD75-5482-DD12-614E-2D015008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715FAC-0372-EDCF-0143-F60203975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55EAE1-F05B-F238-366E-BDB4619C9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0103E-60BA-36A2-F828-F4BCC80B9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706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FAE4-6A0F-3787-D0E7-EFF7F6BB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9ECEC-5B81-0AE5-52EC-6B0A69183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71B46D-B1CA-6601-51F4-418622D49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56A29D-F186-53FB-7B01-E9B1FDD77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928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34529-949A-8CE7-2E55-C961246F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410229-8EE9-E033-7E79-2DA26D4B1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974B39-BC98-E408-B15D-0C970F3D7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B6E2C5-B6F1-BFD1-EF5B-EA6D773EE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962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A4616-1183-344B-53FE-5BC39FA5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160345-6B15-5D09-E620-1BA2B2358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82E85C-4925-4A92-5D6E-90DEB40ED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CFBFB8-828C-8674-1BD2-C30545B68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550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1BB6-90B6-FD67-86BF-CB85825E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A24CE8-4E92-144B-2993-C046BBE1C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331E5D-E54C-2E02-11B2-68B9145DE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914FF-4040-4893-6035-EC3B5D2C2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53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F899-20F9-CF4F-7FFE-2D8DF6E1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A22058-D8CF-B1F2-57EA-B8941FF96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FF52F0-73E2-1582-84FC-793788732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68D04-40AD-4FF0-7DAD-BE30F4C2A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992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CCD51-48DA-C9E5-D4C6-75F3A91A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4D13F1-2DD4-0624-9521-CE3ECE42C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5F514B-F8F1-B99A-978D-C297509F1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9DF14A-A75B-5FF8-CB0F-4A1E6AA00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949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8AD93-084E-A551-CD02-CC7EFE56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CC290-6374-A4D3-6E05-04F768155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F83F24-7F23-4151-6AEC-4D8F07A30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034299-9621-858B-75B2-82230FC4E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621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4337-AA9A-92BC-CEE6-0A1FC8458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193BD-83E5-C569-CE82-A8052A016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5D1912-A908-D9C1-4F40-DA8D5D1A3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10ADD0-0267-BB40-CEFA-97A151FD9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106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92CE-5F08-8422-EE21-A82E56F5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DDF6AC-5736-84B7-378A-EDF081701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34367A-FB2D-8ADC-F60C-23DCF4778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2BC073-6FF2-016E-CE1A-D568515BC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45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8944-31FE-B407-D88D-2C3EC308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DE7F4E-06D2-67A3-DD7B-C282F5032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B6CC4-5DD2-83DA-6A40-E044846CE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30E180-9C61-F758-20C0-19095BC3A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96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DD903-9973-37F7-2C22-C543217C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D12B2B-BD53-9D95-5FE5-00F4C970E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FB3FD0-FF5F-46FC-2940-A42771111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A08AB8-F049-4D6D-48C3-56EC9B9E3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865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2B7B-9A15-8C62-67F3-21083C0F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A90C2F-4CA5-AEBC-E374-66C090A95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36C081-6EDC-7C4A-A945-008EBB3AD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6B38F4-7F92-D42F-E4F9-5E79A2895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370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5D1B-96CA-7500-9FDE-71CB0F4EE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2973B3-487C-D6CF-E600-80D7D55F4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50E763-D7A5-2627-7860-41A6C673F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C0EBB-7746-D576-E006-685DA161F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213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23170-7820-CE3E-8EEA-A4F3AEAA9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1663A8-1734-CEC7-FDD7-91C30BDF0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AA0A02-56F3-C6FA-C1C2-95D4DCF7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C65-7DB2-3EBA-C603-4E60FF90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46B7B-005F-960D-19F8-7D1451C2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24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9508B-DCCE-23A7-72CB-19481F9E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926F7-5B95-CAA7-70AD-C5B4FA31B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49465C-81C9-D9AB-A8AF-9E392B99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4DE85-E3E3-A4AB-B6D1-D53F7F0C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61EEE-7F56-4C4A-3CA7-D67B9E4E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70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1C464-1725-1E1D-250E-EA23D834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15148-8938-B1A3-0E4B-560AF03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4FF3F-E095-1D94-7A3E-D1D77B90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0372FF-5946-304E-875D-77A8F75B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ACEF2-E0BF-FE81-908D-49930FA5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94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DA0D-6F55-6463-4B52-60632696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3876AD-C63E-6A95-841D-A4E836A4A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32C90-0D7C-389A-4A84-5496850E3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328F2-30AB-62D6-4F5B-1C9028C9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CEEBB7-139D-E22A-900E-9BECC4C5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7352A-1089-7E28-8E29-0E05B7D8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23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EE9F7-857E-57DB-E27D-19A5027E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29858-E9D0-847F-ED09-2C6B5BF50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580D15-6E5D-812A-AE7A-66901DDC7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5E81EC-3FAB-A9F5-F688-B7A9C8E14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6B6071-14D0-5CE9-F020-4372732E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835D98-B682-BD35-9462-ECF8C509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C692D5-1894-3AAC-8692-04B550F9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003E06-4203-357E-AF68-9A49EDED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7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B6132-B1A5-C838-DC1C-B564053F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36526"/>
            <a:ext cx="12077700" cy="787400"/>
          </a:xfrm>
        </p:spPr>
        <p:txBody>
          <a:bodyPr/>
          <a:lstStyle>
            <a:lvl1pPr>
              <a:defRPr sz="30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2AA190F-3058-EB99-EB76-028D31CCC98A}"/>
              </a:ext>
            </a:extLst>
          </p:cNvPr>
          <p:cNvCxnSpPr>
            <a:cxnSpLocks/>
          </p:cNvCxnSpPr>
          <p:nvPr userDrawn="1"/>
        </p:nvCxnSpPr>
        <p:spPr>
          <a:xfrm>
            <a:off x="0" y="99060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28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2E3BA-084A-A633-9B07-C36DA903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7633AC-AF36-09F5-98ED-E86BFA5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39B33-6CAC-1E29-48C6-CB0F782C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5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9A3B6-8D6A-E44E-741E-04B1E050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4ED56-DC26-0547-F677-B4AD6D91B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30AC9-668F-626E-594C-A7DAB8BB3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A3CFA0-EB4E-4716-A0DC-8071C4B9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33796D-A9D5-5B66-ABBA-62801463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45ED63-83C0-648A-1BD6-A1653241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8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2B6B3-4D0F-153B-B06A-ACCA4EFE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8483D7-FFEB-468F-059F-B8D2C6386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0D028D-E845-03C9-0651-4F8355FB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332836-3257-1130-3462-1DFA6CF7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9A2D61-456B-5C8F-2929-B9ECFD79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D884D8-FA96-3D9B-2605-1083F1D5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72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A5579-68B7-FC52-D59E-A11DC084B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F1DABF-648B-4C45-986C-18BAF824F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41B14-8142-1E2B-3FC2-0470CBFC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3D06D5-4992-F54C-B5EB-DF9BCFDD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4D523-A7DE-7563-FD74-9746908B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0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9D596F-E995-E8E5-6967-9D0C133AA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FE5307-2A3E-BC69-9015-0B3AF7ED7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8344A-4B67-BF85-BA1E-72A22162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8C95E1-8269-4A91-2DC7-8C1F439C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8F9ED-5705-F8E4-BE5D-3984EC2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8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1E1C0C-3148-5E91-0D67-4532682C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B3E932-71D0-DAD8-68D7-F003A862D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54EEC-E828-7B16-1967-AB5043BE1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E53C8-F469-456B-8486-58482F0EB198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5C0796-4E8E-F80F-DFDD-176B5ACA1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03FC2-C9C4-FDFC-6AE6-C537BF0A1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15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@SNPElife/search?query=t%20move" TargetMode="External"/><Relationship Id="rId3" Type="http://schemas.openxmlformats.org/officeDocument/2006/relationships/hyperlink" Target="https://www.youtube.com/watch?v=w-jiKlSevuY&amp;t=1s" TargetMode="External"/><Relationship Id="rId7" Type="http://schemas.openxmlformats.org/officeDocument/2006/relationships/hyperlink" Target="https://www.youtube.com/watch?v=ovm52F2v7a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youtube.com/watch?v=YtDH2NKSBpw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www.youtube.com/watch?v=BhuQEqhFMCE" TargetMode="External"/><Relationship Id="rId10" Type="http://schemas.openxmlformats.org/officeDocument/2006/relationships/hyperlink" Target="https://www.youtube.com/watch?v=I3BiBiw1LVE" TargetMode="External"/><Relationship Id="rId4" Type="http://schemas.openxmlformats.org/officeDocument/2006/relationships/hyperlink" Target="https://www.youtube.com/watch?v=9lUfciyCkvE" TargetMode="External"/><Relationship Id="rId9" Type="http://schemas.openxmlformats.org/officeDocument/2006/relationships/hyperlink" Target="https://www.youtube.com/watch?v=euNrnJ4Z4F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hyperlink" Target="https://snpe-web.vercel.app/snpeapp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-ground.co.kr/course/SNPE-LEVEL-2-140%EA%B8%B0-%EA%B8%88%EC%9A%9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hyperlink" Target="http://pf.kakao.com/_Tqyxib/chat" TargetMode="External"/><Relationship Id="rId4" Type="http://schemas.openxmlformats.org/officeDocument/2006/relationships/hyperlink" Target="https://www.s-ground.co.kr/course/SNPE-LEVEL-2-141%EA%B8%B0-%ED%86%A0%EC%9A%94%EB%B0%98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s-ground.co.kr/course/SNPE-LEVEL-2-141%EA%B8%B0-%ED%86%A0%EC%9A%94%EB%B0%98" TargetMode="External"/><Relationship Id="rId4" Type="http://schemas.openxmlformats.org/officeDocument/2006/relationships/hyperlink" Target="https://www.s-ground.co.kr/course/SNPE-LEVEL-2-140%EA%B8%B0-%EA%B8%88%EC%9A%94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pf.kakao.com/_Tqyxib/chat" TargetMode="External"/><Relationship Id="rId4" Type="http://schemas.openxmlformats.org/officeDocument/2006/relationships/hyperlink" Target="https://www.s-ground.co.kr/InstructorCours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-ground.co.kr/InstructorCours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hyperlink" Target="http://pf.kakao.com/_Tqyxib/cha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9FB8-85CF-5647-9DD9-267C30D9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2AE0AE-AC3D-5414-4670-304232C9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홈</a:t>
            </a:r>
            <a:r>
              <a:rPr lang="en-US" altLang="ko-KR" dirty="0"/>
              <a:t>	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A3844D-8806-F586-FA71-0347B5C92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26" y="1040186"/>
            <a:ext cx="8315386" cy="419103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50C6C86-31CF-23F7-B290-6E45A8980C85}"/>
              </a:ext>
            </a:extLst>
          </p:cNvPr>
          <p:cNvSpPr/>
          <p:nvPr/>
        </p:nvSpPr>
        <p:spPr>
          <a:xfrm>
            <a:off x="733997" y="3441674"/>
            <a:ext cx="7265964" cy="928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C1199-42AA-263D-BB12-080F1A34B265}"/>
              </a:ext>
            </a:extLst>
          </p:cNvPr>
          <p:cNvSpPr txBox="1"/>
          <p:nvPr/>
        </p:nvSpPr>
        <p:spPr>
          <a:xfrm>
            <a:off x="8655412" y="2077207"/>
            <a:ext cx="315678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주소 변경 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강남본원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서울시 강남구 </a:t>
            </a:r>
            <a:r>
              <a:rPr lang="ko-KR" altLang="en-US" sz="13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선릉로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823, 3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층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대치본점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서울시 강남구 </a:t>
            </a:r>
            <a:r>
              <a:rPr lang="ko-KR" altLang="en-US" sz="13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선릉로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324, 5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층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잠실본점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서울시 송파구 석촌호수로 </a:t>
            </a:r>
            <a:r>
              <a:rPr lang="en-US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94, 6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층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42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A332B-B73F-903D-6D64-F3D46D5E8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F7EF69-0D8D-CB66-8E9B-DD21C433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</a:t>
            </a:r>
            <a:r>
              <a:rPr lang="ko-KR" altLang="en-US" dirty="0"/>
              <a:t>철학과 핵심원리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E1A1C-1A81-07D8-ACCE-ADA6A2109B7D}"/>
              </a:ext>
            </a:extLst>
          </p:cNvPr>
          <p:cNvSpPr txBox="1"/>
          <p:nvPr/>
        </p:nvSpPr>
        <p:spPr>
          <a:xfrm>
            <a:off x="406761" y="1932197"/>
            <a:ext cx="315678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02</a:t>
            </a:r>
          </a:p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Mobility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&amp; </a:t>
            </a:r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Balance</a:t>
            </a:r>
            <a:b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움직임과 균형을 회복하다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dirty="0"/>
              <a:t>잘못된 자세와 반복된 일상은 근육과 </a:t>
            </a:r>
            <a:r>
              <a:rPr lang="ko-KR" altLang="ko-KR" sz="1400" dirty="0" err="1"/>
              <a:t>근막을</a:t>
            </a:r>
            <a:r>
              <a:rPr lang="ko-KR" altLang="ko-KR" sz="1400" dirty="0"/>
              <a:t> </a:t>
            </a:r>
            <a:r>
              <a:rPr lang="ko-KR" altLang="ko-KR" sz="1400" dirty="0" err="1"/>
              <a:t>경직시켜</a:t>
            </a:r>
            <a:r>
              <a:rPr lang="ko-KR" altLang="ko-KR" sz="1400" dirty="0"/>
              <a:t> 움직임의 범위를 제한합니다. </a:t>
            </a:r>
            <a:r>
              <a:rPr lang="ko-KR" altLang="ko-KR" sz="1400" dirty="0" err="1"/>
              <a:t>SNPE</a:t>
            </a:r>
            <a:r>
              <a:rPr lang="ko-KR" altLang="en-US" sz="1400" dirty="0" err="1"/>
              <a:t>는</a:t>
            </a:r>
            <a:r>
              <a:rPr lang="ko-KR" altLang="en-US" sz="1400" dirty="0"/>
              <a:t> 긴장되고 굳어진 몸을 부드럽게 풀어내는 것에서 시작합니다</a:t>
            </a:r>
            <a:r>
              <a:rPr lang="en-US" altLang="ko-KR" sz="1400" dirty="0"/>
              <a:t>. </a:t>
            </a:r>
            <a:r>
              <a:rPr lang="ko-KR" altLang="ko-KR" sz="1400" dirty="0" err="1"/>
              <a:t>밴드·벨트·도구</a:t>
            </a:r>
            <a:r>
              <a:rPr lang="ko-KR" altLang="ko-KR" sz="1400" dirty="0"/>
              <a:t> 시스템을 활용하여 </a:t>
            </a:r>
            <a:r>
              <a:rPr lang="ko-KR" altLang="en-US" sz="1400" dirty="0"/>
              <a:t>신체조직의 긴장을 완화하고</a:t>
            </a:r>
            <a:r>
              <a:rPr lang="ko-KR" altLang="ko-KR" sz="1400" dirty="0"/>
              <a:t>, 관절이 가진 본래의 가동 범위를 회복하도록 </a:t>
            </a:r>
            <a:r>
              <a:rPr lang="ko-KR" altLang="ko-KR" sz="1400" dirty="0" err="1"/>
              <a:t>돕습니다</a:t>
            </a:r>
            <a:r>
              <a:rPr lang="ko-KR" altLang="ko-KR" sz="1400" dirty="0"/>
              <a:t>. 특히 좌우 불균형을 스스로 인지하고 해소하는 과정을 통해, 몸이 보다 자연스럽고 안정적인 움직임을 선택할 수 있는 환경을 조성합니다.</a:t>
            </a:r>
            <a:endParaRPr lang="en-US" altLang="ko-KR" sz="1400" dirty="0"/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"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Restore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mobility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Restore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balance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."</a:t>
            </a:r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AC3AB0-DBD7-6EFA-60BD-65ECBDFE4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465" y="2108188"/>
            <a:ext cx="7400979" cy="3124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E0FE74-7E7E-84C4-33F5-7EEC0DF7588D}"/>
              </a:ext>
            </a:extLst>
          </p:cNvPr>
          <p:cNvSpPr txBox="1"/>
          <p:nvPr/>
        </p:nvSpPr>
        <p:spPr>
          <a:xfrm>
            <a:off x="7873284" y="1379367"/>
            <a:ext cx="31567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↔ </a:t>
            </a:r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이미지 </a:t>
            </a:r>
            <a:r>
              <a:rPr lang="ko-KR" altLang="en-US" sz="1300" b="1" dirty="0" err="1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맞변경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B0B531-DF43-B5BC-FE21-A2F08FEDD9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095"/>
          <a:stretch>
            <a:fillRect/>
          </a:stretch>
        </p:blipFill>
        <p:spPr>
          <a:xfrm>
            <a:off x="7751280" y="1829418"/>
            <a:ext cx="3596164" cy="3857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8D90F8-B5B8-A49F-F091-8A24337941CA}"/>
              </a:ext>
            </a:extLst>
          </p:cNvPr>
          <p:cNvSpPr txBox="1"/>
          <p:nvPr/>
        </p:nvSpPr>
        <p:spPr>
          <a:xfrm>
            <a:off x="406761" y="1531767"/>
            <a:ext cx="31567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 수정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468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AB69F-2E7F-6033-30CE-30E2AF44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D07A3AF-0C5A-9E7A-F6DB-111826CE8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</a:t>
            </a:r>
            <a:r>
              <a:rPr lang="ko-KR" altLang="en-US" dirty="0"/>
              <a:t>철학과 핵심원리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9D7BD-83F8-23C0-94FD-CE28B48FA241}"/>
              </a:ext>
            </a:extLst>
          </p:cNvPr>
          <p:cNvSpPr txBox="1"/>
          <p:nvPr/>
        </p:nvSpPr>
        <p:spPr>
          <a:xfrm>
            <a:off x="632846" y="1174650"/>
            <a:ext cx="31567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↔ </a:t>
            </a:r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이미지 </a:t>
            </a:r>
            <a:r>
              <a:rPr lang="ko-KR" altLang="en-US" sz="1300" b="1" dirty="0" err="1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맞변경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DDB93C-E1FA-A031-87BC-B2DF33572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95"/>
          <a:stretch>
            <a:fillRect/>
          </a:stretch>
        </p:blipFill>
        <p:spPr>
          <a:xfrm>
            <a:off x="556850" y="2145720"/>
            <a:ext cx="3596164" cy="38576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B958B9-484C-A817-4FC4-EBE96B6A26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46"/>
          <a:stretch>
            <a:fillRect/>
          </a:stretch>
        </p:blipFill>
        <p:spPr>
          <a:xfrm>
            <a:off x="5600647" y="1917818"/>
            <a:ext cx="4729303" cy="40450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4E1D33-1CC8-D92E-6A63-8FED630B3249}"/>
              </a:ext>
            </a:extLst>
          </p:cNvPr>
          <p:cNvSpPr txBox="1"/>
          <p:nvPr/>
        </p:nvSpPr>
        <p:spPr>
          <a:xfrm>
            <a:off x="698982" y="1899498"/>
            <a:ext cx="31567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이미지 </a:t>
            </a:r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이미지로 변경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3D0B0-3EAB-5BF2-1BEA-F78F3D2207E5}"/>
              </a:ext>
            </a:extLst>
          </p:cNvPr>
          <p:cNvSpPr txBox="1"/>
          <p:nvPr/>
        </p:nvSpPr>
        <p:spPr>
          <a:xfrm>
            <a:off x="5739676" y="1899497"/>
            <a:ext cx="31567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이미지 </a:t>
            </a:r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이미지로 변경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691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FAED0-F519-71F1-1F56-CC258DBA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FA6FBBC-A584-0503-8972-41D9D88A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SNPE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발전과정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388DA-6562-109D-78BD-AB38DEF15F8C}"/>
              </a:ext>
            </a:extLst>
          </p:cNvPr>
          <p:cNvSpPr txBox="1"/>
          <p:nvPr/>
        </p:nvSpPr>
        <p:spPr>
          <a:xfrm>
            <a:off x="6314938" y="1527551"/>
            <a:ext cx="42691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도구사진 사이즈 줄이고 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</a:t>
            </a:r>
            <a:r>
              <a:rPr lang="ko-KR" altLang="en-US" sz="14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바른자세척추운동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책 이미지 삽입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파일첨부</a:t>
            </a:r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SNPE </a:t>
            </a:r>
            <a:r>
              <a:rPr lang="ko-KR" altLang="en-US" sz="14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바른자세척추운동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책 이미지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50AA9B-0349-8D7B-5B38-B47D23ECD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75" y="1553662"/>
            <a:ext cx="4697722" cy="48338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974BF0-79F3-2FF9-341C-D3F467558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96" y="2619714"/>
            <a:ext cx="3888975" cy="38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07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0E3B4-E80E-6F2C-48CA-E8B84240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188D25-1588-2D51-451D-5A37AD519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SNPE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발전과정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81BF3-14A1-3C3E-D960-848DD19CB227}"/>
              </a:ext>
            </a:extLst>
          </p:cNvPr>
          <p:cNvSpPr txBox="1"/>
          <p:nvPr/>
        </p:nvSpPr>
        <p:spPr>
          <a:xfrm>
            <a:off x="6612444" y="3738113"/>
            <a:ext cx="4269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SNPE는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정형화된 </a:t>
            </a:r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운동 브랜드를 넘어,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움직임 과학과 기술을 연결합니다. 이를 통해 사람들이 스스로 자신의 몸을 이해하고 회복할 수 있도록 돕는 글로벌 움직임 시스템으로 발전합니다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0F3A80-BC5B-5FA9-AAE4-4178D2C9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4" y="2562218"/>
            <a:ext cx="5419765" cy="17335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75FAB1F-7A23-FFC3-9425-489B55774615}"/>
              </a:ext>
            </a:extLst>
          </p:cNvPr>
          <p:cNvSpPr/>
          <p:nvPr/>
        </p:nvSpPr>
        <p:spPr>
          <a:xfrm>
            <a:off x="657199" y="3738113"/>
            <a:ext cx="5672554" cy="614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9A674-3A54-1D26-E5F1-D4C30D3B5EB6}"/>
              </a:ext>
            </a:extLst>
          </p:cNvPr>
          <p:cNvSpPr txBox="1"/>
          <p:nvPr/>
        </p:nvSpPr>
        <p:spPr>
          <a:xfrm>
            <a:off x="6612444" y="3445725"/>
            <a:ext cx="31567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하단 문구 변경 필요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9708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9FEE-CFE7-5863-AB8C-E5A2358D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ED2907-DEC2-4221-642D-FB261DE4E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9308"/>
            <a:ext cx="7562905" cy="5572166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D7269D6-A1FE-BF47-5CCC-7D6AE868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 아래 </a:t>
            </a:r>
            <a:r>
              <a:rPr lang="en-US" altLang="ko-KR" dirty="0"/>
              <a:t>SNPE </a:t>
            </a:r>
            <a:r>
              <a:rPr lang="ko-KR" altLang="en-US" dirty="0"/>
              <a:t>도구 소개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91ACC88-9E40-EF49-699E-2284C8CAA0BB}"/>
              </a:ext>
            </a:extLst>
          </p:cNvPr>
          <p:cNvGrpSpPr/>
          <p:nvPr/>
        </p:nvGrpSpPr>
        <p:grpSpPr>
          <a:xfrm>
            <a:off x="5585758" y="1529751"/>
            <a:ext cx="2120506" cy="1115684"/>
            <a:chOff x="5988324" y="1575758"/>
            <a:chExt cx="2120506" cy="111568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7EEE607-61F6-CD10-2CCE-24CC34200B59}"/>
                </a:ext>
              </a:extLst>
            </p:cNvPr>
            <p:cNvSpPr/>
            <p:nvPr/>
          </p:nvSpPr>
          <p:spPr>
            <a:xfrm>
              <a:off x="5988324" y="1575758"/>
              <a:ext cx="2120506" cy="11156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52A720-25D5-7F77-5E0A-03B180BE9CFF}"/>
                </a:ext>
              </a:extLst>
            </p:cNvPr>
            <p:cNvSpPr txBox="1"/>
            <p:nvPr/>
          </p:nvSpPr>
          <p:spPr>
            <a:xfrm>
              <a:off x="5988324" y="2191109"/>
              <a:ext cx="143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/>
                <a:t>투레일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51E6AFD-9A3D-2AA3-F0AE-88867EA61578}"/>
              </a:ext>
            </a:extLst>
          </p:cNvPr>
          <p:cNvGrpSpPr/>
          <p:nvPr/>
        </p:nvGrpSpPr>
        <p:grpSpPr>
          <a:xfrm>
            <a:off x="114299" y="4373592"/>
            <a:ext cx="7103135" cy="1261682"/>
            <a:chOff x="5988324" y="1575758"/>
            <a:chExt cx="2120506" cy="126168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638F02A-621B-E6A9-EAAF-72226C5A1B47}"/>
                </a:ext>
              </a:extLst>
            </p:cNvPr>
            <p:cNvSpPr/>
            <p:nvPr/>
          </p:nvSpPr>
          <p:spPr>
            <a:xfrm>
              <a:off x="5988324" y="1575758"/>
              <a:ext cx="2120506" cy="11156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4F6F88-DD76-3EA3-7EC1-735DFB4969C3}"/>
                </a:ext>
              </a:extLst>
            </p:cNvPr>
            <p:cNvSpPr txBox="1"/>
            <p:nvPr/>
          </p:nvSpPr>
          <p:spPr>
            <a:xfrm>
              <a:off x="5988324" y="2191109"/>
              <a:ext cx="14361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웨이브롤러 </a:t>
              </a:r>
              <a:r>
                <a:rPr lang="en-US" altLang="ko-KR" dirty="0"/>
                <a:t>2</a:t>
              </a:r>
              <a:r>
                <a:rPr lang="ko-KR" altLang="en-US" dirty="0"/>
                <a:t>구 </a:t>
              </a:r>
              <a:r>
                <a:rPr lang="en-US" altLang="ko-KR" dirty="0"/>
                <a:t>4</a:t>
              </a:r>
              <a:r>
                <a:rPr lang="ko-KR" altLang="en-US" dirty="0"/>
                <a:t>구 </a:t>
              </a:r>
              <a:r>
                <a:rPr lang="en-US" altLang="ko-KR" dirty="0"/>
                <a:t>10</a:t>
              </a:r>
              <a:r>
                <a:rPr lang="ko-KR" altLang="en-US" dirty="0"/>
                <a:t>구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90D37E6-C223-E35B-3FB3-FA2D0366778C}"/>
              </a:ext>
            </a:extLst>
          </p:cNvPr>
          <p:cNvSpPr txBox="1"/>
          <p:nvPr/>
        </p:nvSpPr>
        <p:spPr>
          <a:xfrm>
            <a:off x="7894905" y="1529751"/>
            <a:ext cx="31567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도구</a:t>
            </a:r>
            <a:r>
              <a:rPr lang="en-US" altLang="ko-KR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변경 및 매칭 필요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6534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701AB-55AE-8DF4-4CF0-768D77BD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8331AA2-7B6D-68CB-1E08-F28FAECA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/>
              <a:t>기본동작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4F253-F843-BF96-21DE-F052AB88B33C}"/>
              </a:ext>
            </a:extLst>
          </p:cNvPr>
          <p:cNvSpPr txBox="1"/>
          <p:nvPr/>
        </p:nvSpPr>
        <p:spPr>
          <a:xfrm>
            <a:off x="6715961" y="1861584"/>
            <a:ext cx="5372522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번동작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3"/>
              </a:rPr>
              <a:t>https://www.youtube.com/watch?v=w-jiKlSevuY&amp;t=1s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번동작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4"/>
              </a:rPr>
              <a:t>https://www.youtube.com/watch?v=9lUfciyCkvE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번동작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5"/>
              </a:rPr>
              <a:t>https://www.youtube.com/watch?v=BhuQEqhFMCE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번동작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6"/>
              </a:rPr>
              <a:t>https://www.youtube.com/watch?v=YtDH2NKSBpw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 Move</a:t>
            </a: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7"/>
              </a:rPr>
              <a:t>https://www.youtube.com/watch?v=ovm52F2v7a4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 Move</a:t>
            </a: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8"/>
              </a:rPr>
              <a:t>https://www.youtube.com/@SNPElife/search?query=t%20move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 Move</a:t>
            </a: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9"/>
              </a:rPr>
              <a:t>https://www.youtube.com/watch?v=euNrnJ4Z4Fc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SC Move</a:t>
            </a:r>
          </a:p>
          <a:p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10"/>
              </a:rPr>
              <a:t>https://www.youtube.com/watch?v=I3BiBiw1LVE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31DEE8-3D4B-AB84-7709-2702C87995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555" y="1233910"/>
            <a:ext cx="5573595" cy="51351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9CB71F-8541-207F-161D-F20164FBBDCF}"/>
              </a:ext>
            </a:extLst>
          </p:cNvPr>
          <p:cNvSpPr txBox="1"/>
          <p:nvPr/>
        </p:nvSpPr>
        <p:spPr>
          <a:xfrm>
            <a:off x="6715961" y="1569196"/>
            <a:ext cx="31567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영상 링크 변경 필요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915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CA57-8ACD-AD36-C386-23706E60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1C1361E-39B5-AE8B-B3A3-EB6D8FA4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77EC725-9DCF-6B08-F935-6169E0DD7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3" y="1432367"/>
            <a:ext cx="8772589" cy="485778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8FE19DD-FBC1-6A67-85B9-52141254AE5B}"/>
              </a:ext>
            </a:extLst>
          </p:cNvPr>
          <p:cNvSpPr/>
          <p:nvPr/>
        </p:nvSpPr>
        <p:spPr>
          <a:xfrm>
            <a:off x="6649682" y="5158595"/>
            <a:ext cx="2120506" cy="267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B6B8E-174E-5173-B0B3-B9D1DBD0E29B}"/>
              </a:ext>
            </a:extLst>
          </p:cNvPr>
          <p:cNvSpPr txBox="1"/>
          <p:nvPr/>
        </p:nvSpPr>
        <p:spPr>
          <a:xfrm>
            <a:off x="9151342" y="5102466"/>
            <a:ext cx="279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천골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엉치뼈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)·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미추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꼬리뼈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058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70B4A-EC1D-2634-0FE1-E6CB45D6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775151-16DB-4F69-8C1A-C8E66216B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04" y="2240879"/>
            <a:ext cx="6324646" cy="3181373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4C77FF0-8247-634B-DE06-B92210E0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/>
              <a:t>체형</a:t>
            </a:r>
            <a:r>
              <a:rPr lang="en-US" altLang="ko-KR" dirty="0"/>
              <a:t>·</a:t>
            </a:r>
            <a:r>
              <a:rPr lang="ko-KR" altLang="en-US" dirty="0"/>
              <a:t>움직임 평가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521AE-4D6A-661F-ADB2-038F79F8C581}"/>
              </a:ext>
            </a:extLst>
          </p:cNvPr>
          <p:cNvSpPr txBox="1"/>
          <p:nvPr/>
        </p:nvSpPr>
        <p:spPr>
          <a:xfrm>
            <a:off x="6563418" y="1263316"/>
            <a:ext cx="53295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사진추가 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4"/>
              </a:rPr>
              <a:t>https://snpe-web.vercel.app/snpeapp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링크에 있는 사진이 해당 화면에 들어갈 수 있게 해주세요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631F09-D622-8DDD-8052-69832A2ED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261" y="2478464"/>
            <a:ext cx="4733960" cy="314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5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2577-D917-800E-FAB8-453A0D40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A574713-A8C2-F978-4277-B486CBED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/>
              <a:t>체형</a:t>
            </a:r>
            <a:r>
              <a:rPr lang="en-US" altLang="ko-KR" dirty="0"/>
              <a:t>·</a:t>
            </a:r>
            <a:r>
              <a:rPr lang="ko-KR" altLang="en-US" dirty="0"/>
              <a:t>움직임 평가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F64F8-6A92-B04A-E163-922FA361B77A}"/>
              </a:ext>
            </a:extLst>
          </p:cNvPr>
          <p:cNvSpPr txBox="1"/>
          <p:nvPr/>
        </p:nvSpPr>
        <p:spPr>
          <a:xfrm>
            <a:off x="6255886" y="2910078"/>
            <a:ext cx="517123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SNPE는</a:t>
            </a:r>
            <a:r>
              <a:rPr lang="ko-KR" altLang="ko-KR" sz="1400" dirty="0"/>
              <a:t> 사용자의 기록과 데이터, 그리고 전문가의 경험을 연결합니다.</a:t>
            </a:r>
            <a:endParaRPr lang="en-US" altLang="ko-KR" sz="1400" dirty="0"/>
          </a:p>
          <a:p>
            <a:endParaRPr lang="ko-KR" altLang="ko-KR" sz="1400" dirty="0"/>
          </a:p>
          <a:p>
            <a:r>
              <a:rPr lang="ko-KR" altLang="ko-KR" sz="1400" dirty="0" err="1"/>
              <a:t>SNPE는</a:t>
            </a:r>
            <a:r>
              <a:rPr lang="ko-KR" altLang="ko-KR" sz="1400" dirty="0"/>
              <a:t> 사용자의 기록과 데이터를 전문가의 경험과 연결합니다. 앱을 통해 자신의 몸을 객관적으로 이해하고 변화 과정을 기록하는 것에서 시작하여, 인증 강사와 전문센터의 체계적인 평가를 통해 가장 정확한 움직임의 방향을 찾아갑니다.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ko-KR" sz="1400" dirty="0"/>
              <a:t>건강한 자세와 나 자신의 몸을 깊이 이해하는 것에서 시작되며, 지속적인 실천이 더해질 때 비로소 삶의 습관으로 자리 잡습니다.</a:t>
            </a:r>
            <a:r>
              <a:rPr lang="en-US" altLang="ko-KR" sz="1400" dirty="0"/>
              <a:t> </a:t>
            </a:r>
          </a:p>
          <a:p>
            <a:endParaRPr lang="en-US" altLang="ko-KR" sz="1400" dirty="0"/>
          </a:p>
          <a:p>
            <a:r>
              <a:rPr lang="ko-KR" altLang="ko-KR" sz="1400" dirty="0" err="1"/>
              <a:t>SNPE는</a:t>
            </a:r>
            <a:r>
              <a:rPr lang="ko-KR" altLang="ko-KR" sz="1400" dirty="0"/>
              <a:t> 과학적 평가와 기록을 기반으로 스스로의 몸을 회복하고, 더 건강한 일상을 구축해 나가는 자기 회복 시스템(</a:t>
            </a:r>
            <a:r>
              <a:rPr lang="ko-KR" altLang="ko-KR" sz="1400" dirty="0" err="1"/>
              <a:t>Self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Recovery</a:t>
            </a:r>
            <a:r>
              <a:rPr lang="ko-KR" altLang="ko-KR" sz="1400" dirty="0"/>
              <a:t> System)입니다..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87B200-3D3E-4902-FED5-D7A538640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3" y="1408064"/>
            <a:ext cx="5410240" cy="474348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B3951D4-47F0-792F-980D-01D422D5B455}"/>
              </a:ext>
            </a:extLst>
          </p:cNvPr>
          <p:cNvSpPr/>
          <p:nvPr/>
        </p:nvSpPr>
        <p:spPr>
          <a:xfrm>
            <a:off x="567669" y="4681268"/>
            <a:ext cx="5672554" cy="67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3BACAB-D7FA-E3BC-ECF1-A3539C36D83D}"/>
              </a:ext>
            </a:extLst>
          </p:cNvPr>
          <p:cNvSpPr/>
          <p:nvPr/>
        </p:nvSpPr>
        <p:spPr>
          <a:xfrm>
            <a:off x="650781" y="1658719"/>
            <a:ext cx="3311619" cy="19183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001DBD-A7F9-5D30-74A6-505AD75898DF}"/>
              </a:ext>
            </a:extLst>
          </p:cNvPr>
          <p:cNvSpPr txBox="1"/>
          <p:nvPr/>
        </p:nvSpPr>
        <p:spPr>
          <a:xfrm>
            <a:off x="1253948" y="1270099"/>
            <a:ext cx="31567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삭제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80792-E482-B8A0-B05B-50A234E8739D}"/>
              </a:ext>
            </a:extLst>
          </p:cNvPr>
          <p:cNvSpPr txBox="1"/>
          <p:nvPr/>
        </p:nvSpPr>
        <p:spPr>
          <a:xfrm>
            <a:off x="6255886" y="2417635"/>
            <a:ext cx="44351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 변경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레드 박스 안의 내용을 아래 텍스트로 변경해주세요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803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136A5-D0A0-7CF8-D7FF-45D03338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1379A52-A263-369B-0761-045324AC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SNPE </a:t>
            </a:r>
            <a:r>
              <a:rPr lang="ko-KR" altLang="en-US" dirty="0"/>
              <a:t>체험사례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3FBFF-29E2-432B-4435-8B1630C80BEC}"/>
              </a:ext>
            </a:extLst>
          </p:cNvPr>
          <p:cNvSpPr txBox="1"/>
          <p:nvPr/>
        </p:nvSpPr>
        <p:spPr>
          <a:xfrm>
            <a:off x="6437429" y="3668618"/>
            <a:ext cx="5171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RECOVERY STORIES</a:t>
            </a:r>
            <a:endParaRPr lang="ko-KR" altLang="ko-K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FF598-7D1A-771C-839C-419356556E2D}"/>
              </a:ext>
            </a:extLst>
          </p:cNvPr>
          <p:cNvSpPr txBox="1"/>
          <p:nvPr/>
        </p:nvSpPr>
        <p:spPr>
          <a:xfrm>
            <a:off x="6255886" y="2417635"/>
            <a:ext cx="44351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 변경</a:t>
            </a:r>
            <a:endParaRPr lang="en-US" altLang="ko-KR" sz="1300" b="1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레드 박스 안의 내용을 아래 텍스트로 변경해주세요</a:t>
            </a:r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70D8F3-6AFA-3C5E-C89E-A24F0FBAF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1" y="3249088"/>
            <a:ext cx="4924461" cy="210504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1CCAB33-1F4E-2604-3F9C-076706DA6336}"/>
              </a:ext>
            </a:extLst>
          </p:cNvPr>
          <p:cNvSpPr/>
          <p:nvPr/>
        </p:nvSpPr>
        <p:spPr>
          <a:xfrm>
            <a:off x="583332" y="3548638"/>
            <a:ext cx="5672554" cy="609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1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92A-9A92-0679-D33C-2091F80B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4500118-B11A-0BAC-DA1C-78A09FE7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LEVEL 2 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8ED9D-D391-2C6F-A35D-B6A84E3897EE}"/>
              </a:ext>
            </a:extLst>
          </p:cNvPr>
          <p:cNvSpPr txBox="1"/>
          <p:nvPr/>
        </p:nvSpPr>
        <p:spPr>
          <a:xfrm>
            <a:off x="5249804" y="2057731"/>
            <a:ext cx="46763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 신청하기 대신 링크추가</a:t>
            </a:r>
            <a:endParaRPr lang="en-US" altLang="ko-KR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금요반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신청하기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u="sng" dirty="0">
                <a:hlinkClick r:id="rId3"/>
              </a:rPr>
              <a:t>https://www.s-ground.co.kr/course/SNPE-LEVEL-2-140%EA%B8%B0-%EA%B8%88%EC%9A%94</a:t>
            </a:r>
            <a:endParaRPr lang="en-US" altLang="ko-KR" u="sng" dirty="0"/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토요반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신청하기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u="sng" dirty="0">
                <a:hlinkClick r:id="rId4"/>
              </a:rPr>
              <a:t>https://www.s-ground.co.kr/course/SNPE-LEVEL-2-141%EA%B8%B0-%ED%86%A0%EC%9A%94%EB%B0%98</a:t>
            </a:r>
            <a:endParaRPr lang="en-US" altLang="ko-KR" u="sng" dirty="0"/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문의하기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dirty="0">
                <a:hlinkClick r:id="rId5"/>
              </a:rPr>
              <a:t>http://pf.kakao.com/_Tqyxib/chat</a:t>
            </a:r>
            <a:endParaRPr lang="en-US" altLang="ko-KR" dirty="0"/>
          </a:p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2028D9-191A-A5D4-CFB3-7B04659C5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03" y="1705775"/>
            <a:ext cx="3752877" cy="218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20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83AF8-9854-4E13-3AE2-83B8AFBD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B734695-7E4E-6433-E0F8-45FC2AB1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LEVEL 2 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39F3E-F1F7-4D9A-2EF7-262B223AA9F8}"/>
              </a:ext>
            </a:extLst>
          </p:cNvPr>
          <p:cNvSpPr txBox="1"/>
          <p:nvPr/>
        </p:nvSpPr>
        <p:spPr>
          <a:xfrm>
            <a:off x="6800850" y="4011156"/>
            <a:ext cx="46763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2 </a:t>
            </a:r>
            <a:r>
              <a:rPr lang="ko-KR" altLang="en-US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활동분야 내용 수정</a:t>
            </a:r>
            <a:endParaRPr lang="en-US" altLang="ko-KR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변경 전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온라인 강사 및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SNPE Ambassador 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변경 후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Ambassador 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홍보 및 판매파트너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AB5F9B-2BB7-33A5-BC1E-9B1BFC0EA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12" y="2157993"/>
            <a:ext cx="5143538" cy="26860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EC9413F-FA5E-5B44-3A6A-2BCB5CDB50BE}"/>
              </a:ext>
            </a:extLst>
          </p:cNvPr>
          <p:cNvSpPr/>
          <p:nvPr/>
        </p:nvSpPr>
        <p:spPr>
          <a:xfrm>
            <a:off x="3611880" y="4305300"/>
            <a:ext cx="2594476" cy="306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790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F18A0-F6D7-53A1-D7E3-C8B6E2A5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CA43253-69BC-FCC5-E474-EE22EAD86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0" y="1183333"/>
            <a:ext cx="5337809" cy="5050690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EDEAE7E6-8E6E-6D20-B214-4D9CECF8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LEVEL 2 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B7BA6B-3330-7A14-01AC-74C707BB149B}"/>
              </a:ext>
            </a:extLst>
          </p:cNvPr>
          <p:cNvSpPr txBox="1"/>
          <p:nvPr/>
        </p:nvSpPr>
        <p:spPr>
          <a:xfrm>
            <a:off x="5753478" y="2189120"/>
            <a:ext cx="46763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빨간 네모박스 하단 개강일정 내용 수정</a:t>
            </a:r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개강</a:t>
            </a:r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7/3 </a:t>
            </a:r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금요일 및 </a:t>
            </a:r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7/4 </a:t>
            </a:r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토요일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en-US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133D2D-FF84-36FD-FE96-E7DAF1222F54}"/>
              </a:ext>
            </a:extLst>
          </p:cNvPr>
          <p:cNvSpPr/>
          <p:nvPr/>
        </p:nvSpPr>
        <p:spPr>
          <a:xfrm>
            <a:off x="955988" y="2306435"/>
            <a:ext cx="3781453" cy="252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A6D8E-CC3A-C823-BFC8-CE453F1101CB}"/>
              </a:ext>
            </a:extLst>
          </p:cNvPr>
          <p:cNvSpPr txBox="1"/>
          <p:nvPr/>
        </p:nvSpPr>
        <p:spPr>
          <a:xfrm>
            <a:off x="5820796" y="4320817"/>
            <a:ext cx="572794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2 </a:t>
            </a:r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 신청하기 삭제 후 아래 링크 추가</a:t>
            </a:r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금요반</a:t>
            </a:r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신청하기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500" u="sng" dirty="0">
                <a:hlinkClick r:id="rId4"/>
              </a:rPr>
              <a:t>https://www.s-ground.co.kr/course/SNPE-LEVEL-2-140%EA%B8%B0-%EA%B8%88%EC%9A%94</a:t>
            </a:r>
            <a:endParaRPr lang="en-US" altLang="ko-KR" sz="1500" u="sng" dirty="0"/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토요반</a:t>
            </a:r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신청하기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500" u="sng" dirty="0">
                <a:hlinkClick r:id="rId5"/>
              </a:rPr>
              <a:t>https://www.s-ground.co.kr/course/SNPE-LEVEL-2-141%EA%B8%B0-%ED%86%A0%EC%9A%94%EB%B0%98</a:t>
            </a:r>
            <a:endParaRPr lang="en-US" altLang="ko-KR" sz="1500" u="sng" dirty="0"/>
          </a:p>
          <a:p>
            <a:endParaRPr lang="ko-KR" altLang="en-US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2122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F770-68F5-CA1E-3FF2-B9B55A909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E6FD199-54AF-A889-CDFC-CA9AC806E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2" y="2405047"/>
            <a:ext cx="4800635" cy="2143141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A06FCC6E-7497-62B5-7145-12B3F941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LEVEL 3 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11C4D-3C79-5063-19D9-3E6C839935DE}"/>
              </a:ext>
            </a:extLst>
          </p:cNvPr>
          <p:cNvSpPr txBox="1"/>
          <p:nvPr/>
        </p:nvSpPr>
        <p:spPr>
          <a:xfrm>
            <a:off x="6039640" y="3080310"/>
            <a:ext cx="523319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네모박스 위치에 </a:t>
            </a:r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3 </a:t>
            </a:r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링크 버튼 </a:t>
            </a:r>
            <a:r>
              <a:rPr lang="en-US" altLang="ko-KR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 추가</a:t>
            </a:r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3 </a:t>
            </a:r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신청하기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4"/>
              </a:rPr>
              <a:t>https://www.s-ground.co.kr/InstructorCourse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문의하기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500" dirty="0">
                <a:hlinkClick r:id="rId5"/>
              </a:rPr>
              <a:t>http://pf.kakao.com/_Tqyxib/chat</a:t>
            </a:r>
            <a:endParaRPr lang="en-US" altLang="ko-KR" sz="1500" dirty="0"/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0CF561-5425-2914-BB76-A985D598A5B8}"/>
              </a:ext>
            </a:extLst>
          </p:cNvPr>
          <p:cNvSpPr/>
          <p:nvPr/>
        </p:nvSpPr>
        <p:spPr>
          <a:xfrm>
            <a:off x="1744800" y="4286250"/>
            <a:ext cx="2498425" cy="317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362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7DAF-E1E7-E3EE-931B-3E9F6EEF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215F9E1-12B1-1D12-F01E-8D747FF0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LEVEL 3 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1FF7EA-C8B6-4BC9-B229-69A7CB0419FF}"/>
              </a:ext>
            </a:extLst>
          </p:cNvPr>
          <p:cNvSpPr txBox="1"/>
          <p:nvPr/>
        </p:nvSpPr>
        <p:spPr>
          <a:xfrm>
            <a:off x="6039641" y="3080310"/>
            <a:ext cx="46763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3 </a:t>
            </a:r>
            <a:r>
              <a:rPr lang="ko-KR" altLang="en-US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활동분야 내용 수정</a:t>
            </a:r>
            <a:endParaRPr lang="en-US" altLang="ko-KR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마스터강사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전문센터 운영 및 핵심 강사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STUDIO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운영 및 핵심 강사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외부 출강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·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학교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·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관공서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·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문화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·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체육센터 등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Ambassador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 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홍보 및 판매파트너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5B7C97-4D9B-A859-C1B7-51040CFC8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0" y="1688769"/>
            <a:ext cx="5057812" cy="36481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220357A-4010-C322-F4AE-5A81B7DDC44B}"/>
              </a:ext>
            </a:extLst>
          </p:cNvPr>
          <p:cNvSpPr/>
          <p:nvPr/>
        </p:nvSpPr>
        <p:spPr>
          <a:xfrm>
            <a:off x="3068776" y="4011156"/>
            <a:ext cx="2498425" cy="1377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493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5BBD-585A-9D05-F350-37A6DA3B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923CDEB-581B-7763-DF05-448E5C65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LEVEL 3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2FDC72-5C76-76AA-D8FF-89F06AF3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0" y="1688769"/>
            <a:ext cx="5057812" cy="36481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F4BED0D-CFA1-AE76-FAA1-118356FFBE06}"/>
              </a:ext>
            </a:extLst>
          </p:cNvPr>
          <p:cNvSpPr/>
          <p:nvPr/>
        </p:nvSpPr>
        <p:spPr>
          <a:xfrm>
            <a:off x="611326" y="2706231"/>
            <a:ext cx="5113199" cy="1377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00A4B-150C-E8AE-65AB-CEB7E605F7A5}"/>
              </a:ext>
            </a:extLst>
          </p:cNvPr>
          <p:cNvSpPr txBox="1"/>
          <p:nvPr/>
        </p:nvSpPr>
        <p:spPr>
          <a:xfrm>
            <a:off x="6096000" y="2247243"/>
            <a:ext cx="46763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레드박스</a:t>
            </a:r>
            <a:r>
              <a:rPr lang="ko-KR" altLang="en-US" sz="10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안 내용 수정</a:t>
            </a:r>
            <a:endParaRPr lang="en-US" altLang="ko-KR" sz="10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000" b="1" dirty="0" err="1"/>
              <a:t>Spine</a:t>
            </a:r>
            <a:r>
              <a:rPr lang="ko-KR" altLang="ko-KR" sz="1000" b="1" dirty="0"/>
              <a:t> </a:t>
            </a:r>
            <a:r>
              <a:rPr lang="en-US" altLang="ko-KR" sz="1000" b="1" dirty="0"/>
              <a:t>Movement </a:t>
            </a:r>
            <a:r>
              <a:rPr lang="ko-KR" altLang="ko-KR" sz="1000" b="1" dirty="0" err="1"/>
              <a:t>Specialist</a:t>
            </a:r>
            <a:endParaRPr lang="ko-KR" altLang="ko-KR" sz="1000" b="1" dirty="0"/>
          </a:p>
          <a:p>
            <a:r>
              <a:rPr lang="ko-KR" altLang="ko-KR" sz="1000" dirty="0"/>
              <a:t>척추의 정렬과 움직임 패턴을 분석하고, 바른 자세와 균형 잡힌 움직임을 위한 </a:t>
            </a:r>
            <a:r>
              <a:rPr lang="ko-KR" altLang="en-US" sz="1000" dirty="0"/>
              <a:t>개인별 체형 특성에 맞는 </a:t>
            </a:r>
            <a:r>
              <a:rPr lang="ko-KR" altLang="ko-KR" sz="1000" dirty="0"/>
              <a:t>SNPE 솔루션을 제공합니다.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ko-KR" sz="1000" b="1" dirty="0" err="1"/>
              <a:t>Neck</a:t>
            </a:r>
            <a:r>
              <a:rPr lang="ko-KR" altLang="ko-KR" sz="1000" b="1" dirty="0"/>
              <a:t> </a:t>
            </a:r>
            <a:r>
              <a:rPr lang="en-US" altLang="ko-KR" sz="1000" b="1" dirty="0"/>
              <a:t>Movement </a:t>
            </a:r>
            <a:r>
              <a:rPr lang="ko-KR" altLang="ko-KR" sz="1000" b="1" dirty="0" err="1"/>
              <a:t>Specialist</a:t>
            </a:r>
            <a:endParaRPr lang="ko-KR" altLang="ko-KR" sz="1000" b="1" dirty="0"/>
          </a:p>
          <a:p>
            <a:r>
              <a:rPr lang="ko-KR" altLang="ko-KR" sz="1000" dirty="0"/>
              <a:t>목과 어깨 움직임</a:t>
            </a:r>
            <a:r>
              <a:rPr lang="ko-KR" altLang="en-US" sz="1000" dirty="0"/>
              <a:t>의 연결성을 분석하고</a:t>
            </a:r>
            <a:r>
              <a:rPr lang="en-US" altLang="ko-KR" sz="1000" dirty="0"/>
              <a:t>, </a:t>
            </a:r>
            <a:r>
              <a:rPr lang="ko-KR" altLang="en-US" sz="1000" dirty="0"/>
              <a:t>개인별</a:t>
            </a:r>
            <a:r>
              <a:rPr lang="ko-KR" altLang="ko-KR" sz="1000" dirty="0"/>
              <a:t> 습관</a:t>
            </a:r>
            <a:r>
              <a:rPr lang="ko-KR" altLang="en-US" sz="1000" dirty="0"/>
              <a:t>에 맞춰</a:t>
            </a:r>
            <a:r>
              <a:rPr lang="ko-KR" altLang="ko-KR" sz="1000" dirty="0"/>
              <a:t> 편안한 움직임과 자연스러운 정렬 회복을 위한 SNPE 솔루션을 제공합니다.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ko-KR" sz="1000" b="1" dirty="0" err="1"/>
              <a:t>Pelvis</a:t>
            </a:r>
            <a:r>
              <a:rPr lang="ko-KR" altLang="ko-KR" sz="1000" b="1" dirty="0"/>
              <a:t> </a:t>
            </a:r>
            <a:r>
              <a:rPr lang="en-US" altLang="ko-KR" sz="1000" b="1" dirty="0"/>
              <a:t>Movement </a:t>
            </a:r>
            <a:r>
              <a:rPr lang="ko-KR" altLang="ko-KR" sz="1000" b="1" dirty="0" err="1"/>
              <a:t>Specialist</a:t>
            </a:r>
            <a:endParaRPr lang="ko-KR" altLang="ko-KR" sz="1000" b="1" dirty="0"/>
          </a:p>
          <a:p>
            <a:r>
              <a:rPr lang="ko-KR" altLang="ko-KR" sz="1000" dirty="0"/>
              <a:t>골반과 몸의 중심 균형을 평가하고, 안정적인 자세와 움직임을 위한 </a:t>
            </a:r>
            <a:r>
              <a:rPr lang="ko-KR" altLang="en-US" sz="1000" dirty="0"/>
              <a:t>개인 맞춤형 </a:t>
            </a:r>
            <a:r>
              <a:rPr lang="ko-KR" altLang="ko-KR" sz="1000" dirty="0"/>
              <a:t>SNPE 솔루션을 제공합니다.</a:t>
            </a:r>
          </a:p>
          <a:p>
            <a:endParaRPr lang="en-US" altLang="ko-KR" sz="1000" dirty="0"/>
          </a:p>
          <a:p>
            <a:r>
              <a:rPr lang="ko-KR" altLang="ko-KR" sz="1000" b="1" dirty="0"/>
              <a:t>Foot </a:t>
            </a:r>
            <a:r>
              <a:rPr lang="en-US" altLang="ko-KR" sz="1000" b="1" dirty="0"/>
              <a:t>Movement </a:t>
            </a:r>
            <a:r>
              <a:rPr lang="ko-KR" altLang="ko-KR" sz="1000" b="1" dirty="0" err="1"/>
              <a:t>Specialist</a:t>
            </a:r>
            <a:endParaRPr lang="ko-KR" altLang="ko-KR" sz="1000" b="1" dirty="0"/>
          </a:p>
          <a:p>
            <a:r>
              <a:rPr lang="ko-KR" altLang="en-US" sz="1000" dirty="0"/>
              <a:t>개인의 </a:t>
            </a:r>
            <a:r>
              <a:rPr lang="ko-KR" altLang="ko-KR" sz="1000" dirty="0"/>
              <a:t>발의 </a:t>
            </a:r>
            <a:r>
              <a:rPr lang="ko-KR" altLang="en-US" sz="1000" dirty="0"/>
              <a:t>구조와</a:t>
            </a:r>
            <a:r>
              <a:rPr lang="ko-KR" altLang="ko-KR" sz="1000" dirty="0"/>
              <a:t> 보행 패턴을 분석하고, 신체 균형의 시작점인 발의 기능 회복을 위한 SNPE 솔루션을 제공합니다.</a:t>
            </a:r>
          </a:p>
          <a:p>
            <a:endParaRPr lang="ko-KR" altLang="ko-KR" sz="1000" dirty="0"/>
          </a:p>
          <a:p>
            <a:endParaRPr lang="ko-KR" altLang="ko-KR" sz="1000" dirty="0"/>
          </a:p>
          <a:p>
            <a:endParaRPr lang="ko-KR" alt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8005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D9DB-75EE-3FD6-F54B-73078867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AF0F282-D0F5-89BD-36FF-BB18D53D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LEVEL 3 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AA88A-9D42-4B39-0C9B-E78C0C8A114B}"/>
              </a:ext>
            </a:extLst>
          </p:cNvPr>
          <p:cNvSpPr txBox="1"/>
          <p:nvPr/>
        </p:nvSpPr>
        <p:spPr>
          <a:xfrm>
            <a:off x="5591965" y="2780272"/>
            <a:ext cx="523319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3 </a:t>
            </a:r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링크 추가</a:t>
            </a:r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3 </a:t>
            </a:r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 신청하기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3"/>
              </a:rPr>
              <a:t>https://www.s-ground.co.kr/InstructorCourse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[</a:t>
            </a:r>
            <a:r>
              <a:rPr lang="ko-KR" altLang="en-US" sz="1500" dirty="0" err="1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버튼명</a:t>
            </a:r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변경</a:t>
            </a:r>
            <a:r>
              <a:rPr lang="en-US" altLang="ko-KR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]</a:t>
            </a:r>
          </a:p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자격 과정 안내 → 문의하기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500" dirty="0">
                <a:hlinkClick r:id="rId4"/>
              </a:rPr>
              <a:t>http://pf.kakao.com/_Tqyxib/chat</a:t>
            </a:r>
            <a:endParaRPr lang="en-US" altLang="ko-KR" sz="1500" dirty="0"/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8A5093-B159-6678-E32B-6483EAF28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710" y="2686043"/>
            <a:ext cx="3838603" cy="184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4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6AC3-36C5-0700-F958-20060B79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0F03177-6A1D-EA81-E27B-E08B3CB7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공식네트워크 </a:t>
            </a:r>
            <a:r>
              <a:rPr lang="en-US" altLang="ko-KR" dirty="0"/>
              <a:t>– </a:t>
            </a:r>
            <a:r>
              <a:rPr lang="ko-KR" altLang="en-US" dirty="0"/>
              <a:t>가맹</a:t>
            </a:r>
            <a:r>
              <a:rPr lang="en-US" altLang="ko-KR" dirty="0"/>
              <a:t>·</a:t>
            </a:r>
            <a:r>
              <a:rPr lang="ko-KR" altLang="en-US" dirty="0"/>
              <a:t>인증 안내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4697C-7CC5-FE3E-F88A-7F3FA43D05E6}"/>
              </a:ext>
            </a:extLst>
          </p:cNvPr>
          <p:cNvSpPr txBox="1"/>
          <p:nvPr/>
        </p:nvSpPr>
        <p:spPr>
          <a:xfrm>
            <a:off x="9133019" y="4643443"/>
            <a:ext cx="24953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경제적혜택</a:t>
            </a:r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개설 시 혜택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BFA030-9547-15B0-9261-17FBE417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56" y="2366957"/>
            <a:ext cx="4981611" cy="157163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5445969-6FC5-F60E-18A3-177519B7787D}"/>
              </a:ext>
            </a:extLst>
          </p:cNvPr>
          <p:cNvSpPr/>
          <p:nvPr/>
        </p:nvSpPr>
        <p:spPr>
          <a:xfrm>
            <a:off x="713116" y="2740261"/>
            <a:ext cx="1138325" cy="1377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E2E071-E09F-3ED0-F227-F2AD79D7D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35" y="2319327"/>
            <a:ext cx="5143538" cy="217171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ADA0EB-A3DF-5236-A55B-576147BB4FA8}"/>
              </a:ext>
            </a:extLst>
          </p:cNvPr>
          <p:cNvSpPr/>
          <p:nvPr/>
        </p:nvSpPr>
        <p:spPr>
          <a:xfrm>
            <a:off x="9014602" y="3405185"/>
            <a:ext cx="2556296" cy="965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C23118-FF7F-D0A3-0BCD-8689883524E1}"/>
              </a:ext>
            </a:extLst>
          </p:cNvPr>
          <p:cNvSpPr txBox="1"/>
          <p:nvPr/>
        </p:nvSpPr>
        <p:spPr>
          <a:xfrm>
            <a:off x="666727" y="4456746"/>
            <a:ext cx="52331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내용수정</a:t>
            </a:r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highlight>
                <a:srgbClr val="FFFF00"/>
              </a:highlight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개설문의</a:t>
            </a:r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개설 상담 양식을 작성하여 제출합니다</a:t>
            </a:r>
            <a:r>
              <a:rPr lang="en-US" altLang="ko-KR" sz="15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</a:p>
          <a:p>
            <a:endParaRPr lang="en-US" altLang="ko-KR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887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1017</Words>
  <Application>Microsoft Office PowerPoint</Application>
  <PresentationFormat>와이드스크린</PresentationFormat>
  <Paragraphs>186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나눔스퀘어 네오 Bold</vt:lpstr>
      <vt:lpstr>Office 테마</vt:lpstr>
      <vt:lpstr>SNPE – 홈 </vt:lpstr>
      <vt:lpstr>SNPE – SNPE 소개 – 철학과 핵심원리</vt:lpstr>
      <vt:lpstr>SNPE – SNPE 소개 – 철학과 핵심원리</vt:lpstr>
      <vt:lpstr>SNPE – SNPE 소개 – SNPE의 발전과정</vt:lpstr>
      <vt:lpstr>SNPE – SNPE 소개 – SNPE의 발전과정</vt:lpstr>
      <vt:lpstr>SNPE – 프로그램 – 입문자 가이드 아래 SNPE 도구 소개</vt:lpstr>
      <vt:lpstr>SNPE – 프로그램 – 기본동작</vt:lpstr>
      <vt:lpstr>SNPE – 프로그램 – 입문자 가이드</vt:lpstr>
      <vt:lpstr>SNPE – 프로그램 – 체형·움직임 평가</vt:lpstr>
      <vt:lpstr>SNPE – 프로그램 – 체형·움직임 평가</vt:lpstr>
      <vt:lpstr>SNPE – 프로그램 – SNPE 체험사례</vt:lpstr>
      <vt:lpstr>SNPE – 교육시스템 – LEVEL 2 </vt:lpstr>
      <vt:lpstr>SNPE – 교육시스템 – LEVEL 2 </vt:lpstr>
      <vt:lpstr>SNPE – 교육시스템 – LEVEL 2 </vt:lpstr>
      <vt:lpstr>SNPE – 교육시스템 – LEVEL 3 </vt:lpstr>
      <vt:lpstr>SNPE – 교육시스템 – LEVEL 3 </vt:lpstr>
      <vt:lpstr>SNPE – 교육시스템 – LEVEL 3 </vt:lpstr>
      <vt:lpstr>SNPE – 교육시스템 – LEVEL 3 </vt:lpstr>
      <vt:lpstr>SNPE – 공식네트워크 – 가맹·인증 안내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장</dc:creator>
  <cp:lastModifiedBy>현진 장</cp:lastModifiedBy>
  <cp:revision>3</cp:revision>
  <dcterms:created xsi:type="dcterms:W3CDTF">2026-04-08T00:31:48Z</dcterms:created>
  <dcterms:modified xsi:type="dcterms:W3CDTF">2026-06-02T05:46:43Z</dcterms:modified>
</cp:coreProperties>
</file>