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03" r:id="rId2"/>
    <p:sldId id="323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20" r:id="rId18"/>
    <p:sldId id="319" r:id="rId19"/>
    <p:sldId id="321" r:id="rId20"/>
    <p:sldId id="322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768AA7-997E-4DFF-BF4C-68250B27F015}" v="110" dt="2026-06-01T09:22:39.1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74" d="100"/>
          <a:sy n="74" d="100"/>
        </p:scale>
        <p:origin x="39" y="1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853" y="6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진 장" userId="3a4f4ab2d25ec815" providerId="LiveId" clId="{915EA1A6-F264-4808-9BE2-98CB25AECFB7}"/>
    <pc:docChg chg="undo custSel addSld delSld modSld sldOrd">
      <pc:chgData name="현진 장" userId="3a4f4ab2d25ec815" providerId="LiveId" clId="{915EA1A6-F264-4808-9BE2-98CB25AECFB7}" dt="2026-06-01T09:23:09.591" v="2600" actId="20577"/>
      <pc:docMkLst>
        <pc:docMk/>
      </pc:docMkLst>
      <pc:sldChg chg="del">
        <pc:chgData name="현진 장" userId="3a4f4ab2d25ec815" providerId="LiveId" clId="{915EA1A6-F264-4808-9BE2-98CB25AECFB7}" dt="2026-06-01T06:48:25.285" v="2057" actId="47"/>
        <pc:sldMkLst>
          <pc:docMk/>
          <pc:sldMk cId="2508008315" sldId="257"/>
        </pc:sldMkLst>
      </pc:sldChg>
      <pc:sldChg chg="del">
        <pc:chgData name="현진 장" userId="3a4f4ab2d25ec815" providerId="LiveId" clId="{915EA1A6-F264-4808-9BE2-98CB25AECFB7}" dt="2026-06-01T06:48:23.450" v="2056" actId="47"/>
        <pc:sldMkLst>
          <pc:docMk/>
          <pc:sldMk cId="3142740172" sldId="260"/>
        </pc:sldMkLst>
      </pc:sldChg>
      <pc:sldChg chg="del">
        <pc:chgData name="현진 장" userId="3a4f4ab2d25ec815" providerId="LiveId" clId="{915EA1A6-F264-4808-9BE2-98CB25AECFB7}" dt="2026-06-01T06:48:27.230" v="2060" actId="47"/>
        <pc:sldMkLst>
          <pc:docMk/>
          <pc:sldMk cId="3825573613" sldId="263"/>
        </pc:sldMkLst>
      </pc:sldChg>
      <pc:sldChg chg="del">
        <pc:chgData name="현진 장" userId="3a4f4ab2d25ec815" providerId="LiveId" clId="{915EA1A6-F264-4808-9BE2-98CB25AECFB7}" dt="2026-06-01T06:48:19.343" v="2052" actId="47"/>
        <pc:sldMkLst>
          <pc:docMk/>
          <pc:sldMk cId="3916433614" sldId="265"/>
        </pc:sldMkLst>
      </pc:sldChg>
      <pc:sldChg chg="del ord">
        <pc:chgData name="현진 장" userId="3a4f4ab2d25ec815" providerId="LiveId" clId="{915EA1A6-F264-4808-9BE2-98CB25AECFB7}" dt="2026-06-01T06:48:16.787" v="2049" actId="47"/>
        <pc:sldMkLst>
          <pc:docMk/>
          <pc:sldMk cId="2696830774" sldId="271"/>
        </pc:sldMkLst>
      </pc:sldChg>
      <pc:sldChg chg="del">
        <pc:chgData name="현진 장" userId="3a4f4ab2d25ec815" providerId="LiveId" clId="{915EA1A6-F264-4808-9BE2-98CB25AECFB7}" dt="2026-06-01T06:48:17.725" v="2050" actId="47"/>
        <pc:sldMkLst>
          <pc:docMk/>
          <pc:sldMk cId="791174963" sldId="272"/>
        </pc:sldMkLst>
      </pc:sldChg>
      <pc:sldChg chg="del">
        <pc:chgData name="현진 장" userId="3a4f4ab2d25ec815" providerId="LiveId" clId="{915EA1A6-F264-4808-9BE2-98CB25AECFB7}" dt="2026-06-01T06:48:15.575" v="2046" actId="47"/>
        <pc:sldMkLst>
          <pc:docMk/>
          <pc:sldMk cId="2792480313" sldId="273"/>
        </pc:sldMkLst>
      </pc:sldChg>
      <pc:sldChg chg="del">
        <pc:chgData name="현진 장" userId="3a4f4ab2d25ec815" providerId="LiveId" clId="{915EA1A6-F264-4808-9BE2-98CB25AECFB7}" dt="2026-06-01T06:48:18.616" v="2051" actId="47"/>
        <pc:sldMkLst>
          <pc:docMk/>
          <pc:sldMk cId="430601378" sldId="274"/>
        </pc:sldMkLst>
      </pc:sldChg>
      <pc:sldChg chg="del">
        <pc:chgData name="현진 장" userId="3a4f4ab2d25ec815" providerId="LiveId" clId="{915EA1A6-F264-4808-9BE2-98CB25AECFB7}" dt="2026-06-01T06:48:25.886" v="2058" actId="47"/>
        <pc:sldMkLst>
          <pc:docMk/>
          <pc:sldMk cId="2570793957" sldId="276"/>
        </pc:sldMkLst>
      </pc:sldChg>
      <pc:sldChg chg="del">
        <pc:chgData name="현진 장" userId="3a4f4ab2d25ec815" providerId="LiveId" clId="{915EA1A6-F264-4808-9BE2-98CB25AECFB7}" dt="2026-06-01T06:48:26.530" v="2059" actId="47"/>
        <pc:sldMkLst>
          <pc:docMk/>
          <pc:sldMk cId="3346229278" sldId="277"/>
        </pc:sldMkLst>
      </pc:sldChg>
      <pc:sldChg chg="del">
        <pc:chgData name="현진 장" userId="3a4f4ab2d25ec815" providerId="LiveId" clId="{915EA1A6-F264-4808-9BE2-98CB25AECFB7}" dt="2026-06-01T06:48:20.911" v="2054" actId="47"/>
        <pc:sldMkLst>
          <pc:docMk/>
          <pc:sldMk cId="1247942998" sldId="278"/>
        </pc:sldMkLst>
      </pc:sldChg>
      <pc:sldChg chg="del">
        <pc:chgData name="현진 장" userId="3a4f4ab2d25ec815" providerId="LiveId" clId="{915EA1A6-F264-4808-9BE2-98CB25AECFB7}" dt="2026-06-01T06:48:21.658" v="2055" actId="47"/>
        <pc:sldMkLst>
          <pc:docMk/>
          <pc:sldMk cId="2835523933" sldId="279"/>
        </pc:sldMkLst>
      </pc:sldChg>
      <pc:sldChg chg="del">
        <pc:chgData name="현진 장" userId="3a4f4ab2d25ec815" providerId="LiveId" clId="{915EA1A6-F264-4808-9BE2-98CB25AECFB7}" dt="2026-06-01T06:48:27.760" v="2061" actId="47"/>
        <pc:sldMkLst>
          <pc:docMk/>
          <pc:sldMk cId="3572647595" sldId="281"/>
        </pc:sldMkLst>
      </pc:sldChg>
      <pc:sldChg chg="del">
        <pc:chgData name="현진 장" userId="3a4f4ab2d25ec815" providerId="LiveId" clId="{915EA1A6-F264-4808-9BE2-98CB25AECFB7}" dt="2026-06-01T06:48:28.464" v="2062" actId="47"/>
        <pc:sldMkLst>
          <pc:docMk/>
          <pc:sldMk cId="2534424599" sldId="282"/>
        </pc:sldMkLst>
      </pc:sldChg>
      <pc:sldChg chg="del">
        <pc:chgData name="현진 장" userId="3a4f4ab2d25ec815" providerId="LiveId" clId="{915EA1A6-F264-4808-9BE2-98CB25AECFB7}" dt="2026-06-01T06:48:20.113" v="2053" actId="47"/>
        <pc:sldMkLst>
          <pc:docMk/>
          <pc:sldMk cId="1435750076" sldId="283"/>
        </pc:sldMkLst>
      </pc:sldChg>
      <pc:sldChg chg="del">
        <pc:chgData name="현진 장" userId="3a4f4ab2d25ec815" providerId="LiveId" clId="{915EA1A6-F264-4808-9BE2-98CB25AECFB7}" dt="2026-06-01T06:48:29.751" v="2063" actId="47"/>
        <pc:sldMkLst>
          <pc:docMk/>
          <pc:sldMk cId="3386319036" sldId="284"/>
        </pc:sldMkLst>
      </pc:sldChg>
      <pc:sldChg chg="del">
        <pc:chgData name="현진 장" userId="3a4f4ab2d25ec815" providerId="LiveId" clId="{915EA1A6-F264-4808-9BE2-98CB25AECFB7}" dt="2026-06-01T06:48:35.922" v="2069" actId="47"/>
        <pc:sldMkLst>
          <pc:docMk/>
          <pc:sldMk cId="3663562127" sldId="285"/>
        </pc:sldMkLst>
      </pc:sldChg>
      <pc:sldChg chg="del">
        <pc:chgData name="현진 장" userId="3a4f4ab2d25ec815" providerId="LiveId" clId="{915EA1A6-F264-4808-9BE2-98CB25AECFB7}" dt="2026-06-01T06:48:37.444" v="2070" actId="47"/>
        <pc:sldMkLst>
          <pc:docMk/>
          <pc:sldMk cId="1758116967" sldId="286"/>
        </pc:sldMkLst>
      </pc:sldChg>
      <pc:sldChg chg="del">
        <pc:chgData name="현진 장" userId="3a4f4ab2d25ec815" providerId="LiveId" clId="{915EA1A6-F264-4808-9BE2-98CB25AECFB7}" dt="2026-06-01T06:48:32.590" v="2066" actId="47"/>
        <pc:sldMkLst>
          <pc:docMk/>
          <pc:sldMk cId="1981137551" sldId="287"/>
        </pc:sldMkLst>
      </pc:sldChg>
      <pc:sldChg chg="del">
        <pc:chgData name="현진 장" userId="3a4f4ab2d25ec815" providerId="LiveId" clId="{915EA1A6-F264-4808-9BE2-98CB25AECFB7}" dt="2026-06-01T06:48:33.794" v="2067" actId="47"/>
        <pc:sldMkLst>
          <pc:docMk/>
          <pc:sldMk cId="2026857257" sldId="288"/>
        </pc:sldMkLst>
      </pc:sldChg>
      <pc:sldChg chg="del">
        <pc:chgData name="현진 장" userId="3a4f4ab2d25ec815" providerId="LiveId" clId="{915EA1A6-F264-4808-9BE2-98CB25AECFB7}" dt="2026-06-01T06:48:34.840" v="2068" actId="47"/>
        <pc:sldMkLst>
          <pc:docMk/>
          <pc:sldMk cId="1801471753" sldId="289"/>
        </pc:sldMkLst>
      </pc:sldChg>
      <pc:sldChg chg="del">
        <pc:chgData name="현진 장" userId="3a4f4ab2d25ec815" providerId="LiveId" clId="{915EA1A6-F264-4808-9BE2-98CB25AECFB7}" dt="2026-06-01T06:48:30.495" v="2064" actId="47"/>
        <pc:sldMkLst>
          <pc:docMk/>
          <pc:sldMk cId="543950058" sldId="290"/>
        </pc:sldMkLst>
      </pc:sldChg>
      <pc:sldChg chg="del">
        <pc:chgData name="현진 장" userId="3a4f4ab2d25ec815" providerId="LiveId" clId="{915EA1A6-F264-4808-9BE2-98CB25AECFB7}" dt="2026-06-01T06:48:31.163" v="2065" actId="47"/>
        <pc:sldMkLst>
          <pc:docMk/>
          <pc:sldMk cId="1776141801" sldId="291"/>
        </pc:sldMkLst>
      </pc:sldChg>
      <pc:sldChg chg="del">
        <pc:chgData name="현진 장" userId="3a4f4ab2d25ec815" providerId="LiveId" clId="{915EA1A6-F264-4808-9BE2-98CB25AECFB7}" dt="2026-06-01T09:14:00.860" v="2465" actId="47"/>
        <pc:sldMkLst>
          <pc:docMk/>
          <pc:sldMk cId="267389275" sldId="293"/>
        </pc:sldMkLst>
      </pc:sldChg>
      <pc:sldChg chg="del">
        <pc:chgData name="현진 장" userId="3a4f4ab2d25ec815" providerId="LiveId" clId="{915EA1A6-F264-4808-9BE2-98CB25AECFB7}" dt="2026-06-01T09:14:01.522" v="2466" actId="47"/>
        <pc:sldMkLst>
          <pc:docMk/>
          <pc:sldMk cId="6822690" sldId="294"/>
        </pc:sldMkLst>
      </pc:sldChg>
      <pc:sldChg chg="del">
        <pc:chgData name="현진 장" userId="3a4f4ab2d25ec815" providerId="LiveId" clId="{915EA1A6-F264-4808-9BE2-98CB25AECFB7}" dt="2026-06-01T09:14:02.135" v="2467" actId="47"/>
        <pc:sldMkLst>
          <pc:docMk/>
          <pc:sldMk cId="911023471" sldId="295"/>
        </pc:sldMkLst>
      </pc:sldChg>
      <pc:sldChg chg="del">
        <pc:chgData name="현진 장" userId="3a4f4ab2d25ec815" providerId="LiveId" clId="{915EA1A6-F264-4808-9BE2-98CB25AECFB7}" dt="2026-06-01T09:14:03.444" v="2468" actId="47"/>
        <pc:sldMkLst>
          <pc:docMk/>
          <pc:sldMk cId="1734418626" sldId="296"/>
        </pc:sldMkLst>
      </pc:sldChg>
      <pc:sldChg chg="del">
        <pc:chgData name="현진 장" userId="3a4f4ab2d25ec815" providerId="LiveId" clId="{915EA1A6-F264-4808-9BE2-98CB25AECFB7}" dt="2026-06-01T09:14:04.112" v="2469" actId="47"/>
        <pc:sldMkLst>
          <pc:docMk/>
          <pc:sldMk cId="2744252470" sldId="297"/>
        </pc:sldMkLst>
      </pc:sldChg>
      <pc:sldChg chg="del">
        <pc:chgData name="현진 장" userId="3a4f4ab2d25ec815" providerId="LiveId" clId="{915EA1A6-F264-4808-9BE2-98CB25AECFB7}" dt="2026-06-01T09:14:00.081" v="2464" actId="47"/>
        <pc:sldMkLst>
          <pc:docMk/>
          <pc:sldMk cId="2855818743" sldId="298"/>
        </pc:sldMkLst>
      </pc:sldChg>
      <pc:sldChg chg="del">
        <pc:chgData name="현진 장" userId="3a4f4ab2d25ec815" providerId="LiveId" clId="{915EA1A6-F264-4808-9BE2-98CB25AECFB7}" dt="2026-06-01T09:14:05.028" v="2470" actId="47"/>
        <pc:sldMkLst>
          <pc:docMk/>
          <pc:sldMk cId="3877742527" sldId="299"/>
        </pc:sldMkLst>
      </pc:sldChg>
      <pc:sldChg chg="del">
        <pc:chgData name="현진 장" userId="3a4f4ab2d25ec815" providerId="LiveId" clId="{915EA1A6-F264-4808-9BE2-98CB25AECFB7}" dt="2026-06-01T09:14:05.924" v="2471" actId="47"/>
        <pc:sldMkLst>
          <pc:docMk/>
          <pc:sldMk cId="2790850528" sldId="300"/>
        </pc:sldMkLst>
      </pc:sldChg>
      <pc:sldChg chg="del">
        <pc:chgData name="현진 장" userId="3a4f4ab2d25ec815" providerId="LiveId" clId="{915EA1A6-F264-4808-9BE2-98CB25AECFB7}" dt="2026-06-01T09:14:06.698" v="2472" actId="47"/>
        <pc:sldMkLst>
          <pc:docMk/>
          <pc:sldMk cId="1077318397" sldId="301"/>
        </pc:sldMkLst>
      </pc:sldChg>
      <pc:sldChg chg="del">
        <pc:chgData name="현진 장" userId="3a4f4ab2d25ec815" providerId="LiveId" clId="{915EA1A6-F264-4808-9BE2-98CB25AECFB7}" dt="2026-06-01T09:14:07.472" v="2473" actId="47"/>
        <pc:sldMkLst>
          <pc:docMk/>
          <pc:sldMk cId="714550181" sldId="302"/>
        </pc:sldMkLst>
      </pc:sldChg>
      <pc:sldChg chg="addSp delSp modSp add del mod">
        <pc:chgData name="현진 장" userId="3a4f4ab2d25ec815" providerId="LiveId" clId="{915EA1A6-F264-4808-9BE2-98CB25AECFB7}" dt="2026-06-01T09:14:10.880" v="2475" actId="47"/>
        <pc:sldMkLst>
          <pc:docMk/>
          <pc:sldMk cId="171423309" sldId="303"/>
        </pc:sldMkLst>
        <pc:spChg chg="mod">
          <ac:chgData name="현진 장" userId="3a4f4ab2d25ec815" providerId="LiveId" clId="{915EA1A6-F264-4808-9BE2-98CB25AECFB7}" dt="2026-06-01T01:16:31.622" v="5" actId="20577"/>
          <ac:spMkLst>
            <pc:docMk/>
            <pc:sldMk cId="171423309" sldId="303"/>
            <ac:spMk id="4" creationId="{272AE0AE-AC3D-5414-4670-304232C9A234}"/>
          </ac:spMkLst>
        </pc:spChg>
        <pc:spChg chg="add mod">
          <ac:chgData name="현진 장" userId="3a4f4ab2d25ec815" providerId="LiveId" clId="{915EA1A6-F264-4808-9BE2-98CB25AECFB7}" dt="2026-06-01T01:19:03.956" v="279" actId="1076"/>
          <ac:spMkLst>
            <pc:docMk/>
            <pc:sldMk cId="171423309" sldId="303"/>
            <ac:spMk id="5" creationId="{650C6C86-31CF-23F7-B290-6E45A8980C85}"/>
          </ac:spMkLst>
        </pc:spChg>
        <pc:spChg chg="del mod">
          <ac:chgData name="현진 장" userId="3a4f4ab2d25ec815" providerId="LiveId" clId="{915EA1A6-F264-4808-9BE2-98CB25AECFB7}" dt="2026-06-01T01:16:34.550" v="7" actId="478"/>
          <ac:spMkLst>
            <pc:docMk/>
            <pc:sldMk cId="171423309" sldId="303"/>
            <ac:spMk id="6" creationId="{599BB535-304B-7098-8331-A91AFE2AF2C1}"/>
          </ac:spMkLst>
        </pc:spChg>
        <pc:spChg chg="add mod">
          <ac:chgData name="현진 장" userId="3a4f4ab2d25ec815" providerId="LiveId" clId="{915EA1A6-F264-4808-9BE2-98CB25AECFB7}" dt="2026-06-01T01:19:20.982" v="287" actId="20577"/>
          <ac:spMkLst>
            <pc:docMk/>
            <pc:sldMk cId="171423309" sldId="303"/>
            <ac:spMk id="7" creationId="{481C1199-42AA-263D-BB12-080F1A34B265}"/>
          </ac:spMkLst>
        </pc:spChg>
        <pc:spChg chg="del">
          <ac:chgData name="현진 장" userId="3a4f4ab2d25ec815" providerId="LiveId" clId="{915EA1A6-F264-4808-9BE2-98CB25AECFB7}" dt="2026-06-01T01:16:35.519" v="8" actId="478"/>
          <ac:spMkLst>
            <pc:docMk/>
            <pc:sldMk cId="171423309" sldId="303"/>
            <ac:spMk id="8" creationId="{7314B3CC-CF19-0C9F-B8D7-D4E94DB29C77}"/>
          </ac:spMkLst>
        </pc:spChg>
        <pc:picChg chg="add mod">
          <ac:chgData name="현진 장" userId="3a4f4ab2d25ec815" providerId="LiveId" clId="{915EA1A6-F264-4808-9BE2-98CB25AECFB7}" dt="2026-06-01T01:19:03.956" v="279" actId="1076"/>
          <ac:picMkLst>
            <pc:docMk/>
            <pc:sldMk cId="171423309" sldId="303"/>
            <ac:picMk id="3" creationId="{E6A3844D-8806-F586-FA71-0347B5C924F8}"/>
          </ac:picMkLst>
        </pc:picChg>
      </pc:sldChg>
      <pc:sldChg chg="addSp delSp modSp add mod">
        <pc:chgData name="현진 장" userId="3a4f4ab2d25ec815" providerId="LiveId" clId="{915EA1A6-F264-4808-9BE2-98CB25AECFB7}" dt="2026-06-01T01:40:33.031" v="436" actId="20577"/>
        <pc:sldMkLst>
          <pc:docMk/>
          <pc:sldMk cId="3657710222" sldId="304"/>
        </pc:sldMkLst>
        <pc:spChg chg="mod">
          <ac:chgData name="현진 장" userId="3a4f4ab2d25ec815" providerId="LiveId" clId="{915EA1A6-F264-4808-9BE2-98CB25AECFB7}" dt="2026-06-01T01:29:39.416" v="388" actId="20577"/>
          <ac:spMkLst>
            <pc:docMk/>
            <pc:sldMk cId="3657710222" sldId="304"/>
            <ac:spMk id="4" creationId="{539E4B54-4714-064D-45A3-EAEB0CFB0A47}"/>
          </ac:spMkLst>
        </pc:spChg>
        <pc:spChg chg="add mod">
          <ac:chgData name="현진 장" userId="3a4f4ab2d25ec815" providerId="LiveId" clId="{915EA1A6-F264-4808-9BE2-98CB25AECFB7}" dt="2026-06-01T01:40:33.031" v="436" actId="20577"/>
          <ac:spMkLst>
            <pc:docMk/>
            <pc:sldMk cId="3657710222" sldId="304"/>
            <ac:spMk id="5" creationId="{E75567CC-212B-0ACA-9005-A389E2109781}"/>
          </ac:spMkLst>
        </pc:spChg>
        <pc:spChg chg="del">
          <ac:chgData name="현진 장" userId="3a4f4ab2d25ec815" providerId="LiveId" clId="{915EA1A6-F264-4808-9BE2-98CB25AECFB7}" dt="2026-06-01T01:29:41.667" v="389" actId="478"/>
          <ac:spMkLst>
            <pc:docMk/>
            <pc:sldMk cId="3657710222" sldId="304"/>
            <ac:spMk id="6" creationId="{7A8F7480-4E2C-C99B-AFD1-13EE80873471}"/>
          </ac:spMkLst>
        </pc:spChg>
        <pc:spChg chg="del">
          <ac:chgData name="현진 장" userId="3a4f4ab2d25ec815" providerId="LiveId" clId="{915EA1A6-F264-4808-9BE2-98CB25AECFB7}" dt="2026-06-01T01:29:41.667" v="389" actId="478"/>
          <ac:spMkLst>
            <pc:docMk/>
            <pc:sldMk cId="3657710222" sldId="304"/>
            <ac:spMk id="8" creationId="{CC0B0965-6E83-B2A4-EC9B-21F11B8CE4F9}"/>
          </ac:spMkLst>
        </pc:spChg>
        <pc:picChg chg="add mod">
          <ac:chgData name="현진 장" userId="3a4f4ab2d25ec815" providerId="LiveId" clId="{915EA1A6-F264-4808-9BE2-98CB25AECFB7}" dt="2026-06-01T01:30:09.586" v="391" actId="1076"/>
          <ac:picMkLst>
            <pc:docMk/>
            <pc:sldMk cId="3657710222" sldId="304"/>
            <ac:picMk id="3" creationId="{061DFCB5-8A61-3208-FC2D-027A72F9012F}"/>
          </ac:picMkLst>
        </pc:picChg>
      </pc:sldChg>
      <pc:sldChg chg="addSp delSp modSp add mod">
        <pc:chgData name="현진 장" userId="3a4f4ab2d25ec815" providerId="LiveId" clId="{915EA1A6-F264-4808-9BE2-98CB25AECFB7}" dt="2026-06-01T01:41:21.597" v="438" actId="20577"/>
        <pc:sldMkLst>
          <pc:docMk/>
          <pc:sldMk cId="4021468289" sldId="305"/>
        </pc:sldMkLst>
        <pc:spChg chg="mod">
          <ac:chgData name="현진 장" userId="3a4f4ab2d25ec815" providerId="LiveId" clId="{915EA1A6-F264-4808-9BE2-98CB25AECFB7}" dt="2026-06-01T01:41:21.597" v="438" actId="20577"/>
          <ac:spMkLst>
            <pc:docMk/>
            <pc:sldMk cId="4021468289" sldId="305"/>
            <ac:spMk id="5" creationId="{9B9E1A1C-1A81-07D8-ACCE-ADA6A2109B7D}"/>
          </ac:spMkLst>
        </pc:spChg>
        <pc:picChg chg="del">
          <ac:chgData name="현진 장" userId="3a4f4ab2d25ec815" providerId="LiveId" clId="{915EA1A6-F264-4808-9BE2-98CB25AECFB7}" dt="2026-06-01T01:30:49.055" v="399" actId="478"/>
          <ac:picMkLst>
            <pc:docMk/>
            <pc:sldMk cId="4021468289" sldId="305"/>
            <ac:picMk id="3" creationId="{F6F03720-4348-8F01-3BB7-230DF0B2E008}"/>
          </ac:picMkLst>
        </pc:picChg>
        <pc:picChg chg="add mod">
          <ac:chgData name="현진 장" userId="3a4f4ab2d25ec815" providerId="LiveId" clId="{915EA1A6-F264-4808-9BE2-98CB25AECFB7}" dt="2026-06-01T01:34:50.403" v="421" actId="1076"/>
          <ac:picMkLst>
            <pc:docMk/>
            <pc:sldMk cId="4021468289" sldId="305"/>
            <ac:picMk id="6" creationId="{23AC3AB0-DBD7-6EFA-60BD-65ECBDFE4390}"/>
          </ac:picMkLst>
        </pc:picChg>
      </pc:sldChg>
      <pc:sldChg chg="addSp modSp add mod">
        <pc:chgData name="현진 장" userId="3a4f4ab2d25ec815" providerId="LiveId" clId="{915EA1A6-F264-4808-9BE2-98CB25AECFB7}" dt="2026-06-01T01:41:42.428" v="440" actId="20577"/>
        <pc:sldMkLst>
          <pc:docMk/>
          <pc:sldMk cId="2650449601" sldId="306"/>
        </pc:sldMkLst>
        <pc:spChg chg="mod">
          <ac:chgData name="현진 장" userId="3a4f4ab2d25ec815" providerId="LiveId" clId="{915EA1A6-F264-4808-9BE2-98CB25AECFB7}" dt="2026-06-01T01:41:42.428" v="440" actId="20577"/>
          <ac:spMkLst>
            <pc:docMk/>
            <pc:sldMk cId="2650449601" sldId="306"/>
            <ac:spMk id="5" creationId="{E4EC65BC-EDAC-914C-176F-280405865068}"/>
          </ac:spMkLst>
        </pc:spChg>
        <pc:picChg chg="add mod">
          <ac:chgData name="현진 장" userId="3a4f4ab2d25ec815" providerId="LiveId" clId="{915EA1A6-F264-4808-9BE2-98CB25AECFB7}" dt="2026-06-01T01:35:31.497" v="431" actId="1076"/>
          <ac:picMkLst>
            <pc:docMk/>
            <pc:sldMk cId="2650449601" sldId="306"/>
            <ac:picMk id="3" creationId="{2BC278BF-B9E8-3149-3CE8-676D07FE0AAA}"/>
          </ac:picMkLst>
        </pc:picChg>
      </pc:sldChg>
      <pc:sldChg chg="addSp delSp modSp add mod">
        <pc:chgData name="현진 장" userId="3a4f4ab2d25ec815" providerId="LiveId" clId="{915EA1A6-F264-4808-9BE2-98CB25AECFB7}" dt="2026-06-01T01:44:35.431" v="482" actId="22"/>
        <pc:sldMkLst>
          <pc:docMk/>
          <pc:sldMk cId="3865256666" sldId="307"/>
        </pc:sldMkLst>
        <pc:spChg chg="mod">
          <ac:chgData name="현진 장" userId="3a4f4ab2d25ec815" providerId="LiveId" clId="{915EA1A6-F264-4808-9BE2-98CB25AECFB7}" dt="2026-06-01T01:42:04.851" v="480" actId="20577"/>
          <ac:spMkLst>
            <pc:docMk/>
            <pc:sldMk cId="3865256666" sldId="307"/>
            <ac:spMk id="5" creationId="{002B575B-C252-309D-1649-769D9ACBE309}"/>
          </ac:spMkLst>
        </pc:spChg>
        <pc:spChg chg="add del">
          <ac:chgData name="현진 장" userId="3a4f4ab2d25ec815" providerId="LiveId" clId="{915EA1A6-F264-4808-9BE2-98CB25AECFB7}" dt="2026-06-01T01:44:35.431" v="482" actId="22"/>
          <ac:spMkLst>
            <pc:docMk/>
            <pc:sldMk cId="3865256666" sldId="307"/>
            <ac:spMk id="7" creationId="{52F2C65A-C944-68C3-2114-AB202BB5470C}"/>
          </ac:spMkLst>
        </pc:spChg>
        <pc:picChg chg="add mod">
          <ac:chgData name="현진 장" userId="3a4f4ab2d25ec815" providerId="LiveId" clId="{915EA1A6-F264-4808-9BE2-98CB25AECFB7}" dt="2026-06-01T01:35:50.358" v="434" actId="1076"/>
          <ac:picMkLst>
            <pc:docMk/>
            <pc:sldMk cId="3865256666" sldId="307"/>
            <ac:picMk id="3" creationId="{367BB217-718D-C30B-B706-0C8E1718E717}"/>
          </ac:picMkLst>
        </pc:picChg>
      </pc:sldChg>
      <pc:sldChg chg="addSp delSp modSp add mod">
        <pc:chgData name="현진 장" userId="3a4f4ab2d25ec815" providerId="LiveId" clId="{915EA1A6-F264-4808-9BE2-98CB25AECFB7}" dt="2026-06-01T09:19:24.043" v="2495" actId="1076"/>
        <pc:sldMkLst>
          <pc:docMk/>
          <pc:sldMk cId="4150007595" sldId="308"/>
        </pc:sldMkLst>
        <pc:spChg chg="mod">
          <ac:chgData name="현진 장" userId="3a4f4ab2d25ec815" providerId="LiveId" clId="{915EA1A6-F264-4808-9BE2-98CB25AECFB7}" dt="2026-06-01T01:44:49.607" v="512" actId="20577"/>
          <ac:spMkLst>
            <pc:docMk/>
            <pc:sldMk cId="4150007595" sldId="308"/>
            <ac:spMk id="4" creationId="{9FA6FBBC-A584-0503-8972-41D9D88A4538}"/>
          </ac:spMkLst>
        </pc:spChg>
        <pc:spChg chg="mod">
          <ac:chgData name="현진 장" userId="3a4f4ab2d25ec815" providerId="LiveId" clId="{915EA1A6-F264-4808-9BE2-98CB25AECFB7}" dt="2026-06-01T09:19:22.358" v="2494" actId="20577"/>
          <ac:spMkLst>
            <pc:docMk/>
            <pc:sldMk cId="4150007595" sldId="308"/>
            <ac:spMk id="5" creationId="{087388DA-6562-109D-78BD-AB38DEF15F8C}"/>
          </ac:spMkLst>
        </pc:spChg>
        <pc:spChg chg="add del mod">
          <ac:chgData name="현진 장" userId="3a4f4ab2d25ec815" providerId="LiveId" clId="{915EA1A6-F264-4808-9BE2-98CB25AECFB7}" dt="2026-06-01T01:49:53.070" v="703" actId="478"/>
          <ac:spMkLst>
            <pc:docMk/>
            <pc:sldMk cId="4150007595" sldId="308"/>
            <ac:spMk id="7" creationId="{51C7D817-2118-36F9-6ABF-3CBD2E478440}"/>
          </ac:spMkLst>
        </pc:spChg>
        <pc:picChg chg="del">
          <ac:chgData name="현진 장" userId="3a4f4ab2d25ec815" providerId="LiveId" clId="{915EA1A6-F264-4808-9BE2-98CB25AECFB7}" dt="2026-06-01T01:46:12.857" v="513" actId="478"/>
          <ac:picMkLst>
            <pc:docMk/>
            <pc:sldMk cId="4150007595" sldId="308"/>
            <ac:picMk id="3" creationId="{47DBB822-033D-62FF-125C-DB4F2FB96581}"/>
          </ac:picMkLst>
        </pc:picChg>
        <pc:picChg chg="add mod">
          <ac:chgData name="현진 장" userId="3a4f4ab2d25ec815" providerId="LiveId" clId="{915EA1A6-F264-4808-9BE2-98CB25AECFB7}" dt="2026-06-01T09:19:24.043" v="2495" actId="1076"/>
          <ac:picMkLst>
            <pc:docMk/>
            <pc:sldMk cId="4150007595" sldId="308"/>
            <ac:picMk id="3" creationId="{9D974BF0-79F3-2FF9-341C-D3F467558161}"/>
          </ac:picMkLst>
        </pc:picChg>
        <pc:picChg chg="add mod">
          <ac:chgData name="현진 장" userId="3a4f4ab2d25ec815" providerId="LiveId" clId="{915EA1A6-F264-4808-9BE2-98CB25AECFB7}" dt="2026-06-01T01:46:20.633" v="518" actId="1076"/>
          <ac:picMkLst>
            <pc:docMk/>
            <pc:sldMk cId="4150007595" sldId="308"/>
            <ac:picMk id="6" creationId="{F750AA9B-0349-8D7B-5B38-B47D23ECDC30}"/>
          </ac:picMkLst>
        </pc:picChg>
      </pc:sldChg>
      <pc:sldChg chg="addSp delSp modSp add mod">
        <pc:chgData name="현진 장" userId="3a4f4ab2d25ec815" providerId="LiveId" clId="{915EA1A6-F264-4808-9BE2-98CB25AECFB7}" dt="2026-06-01T01:52:24.222" v="737" actId="1076"/>
        <pc:sldMkLst>
          <pc:docMk/>
          <pc:sldMk cId="2219708261" sldId="309"/>
        </pc:sldMkLst>
        <pc:spChg chg="mod">
          <ac:chgData name="현진 장" userId="3a4f4ab2d25ec815" providerId="LiveId" clId="{915EA1A6-F264-4808-9BE2-98CB25AECFB7}" dt="2026-06-01T01:52:24.222" v="737" actId="1076"/>
          <ac:spMkLst>
            <pc:docMk/>
            <pc:sldMk cId="2219708261" sldId="309"/>
            <ac:spMk id="5" creationId="{B3881BF3-14A1-3C3E-D960-848DD19CB227}"/>
          </ac:spMkLst>
        </pc:spChg>
        <pc:spChg chg="add del">
          <ac:chgData name="현진 장" userId="3a4f4ab2d25ec815" providerId="LiveId" clId="{915EA1A6-F264-4808-9BE2-98CB25AECFB7}" dt="2026-06-01T01:52:02.121" v="731" actId="22"/>
          <ac:spMkLst>
            <pc:docMk/>
            <pc:sldMk cId="2219708261" sldId="309"/>
            <ac:spMk id="8" creationId="{AA9AFA70-8C8A-7DE2-9856-55FB4E5B1AC3}"/>
          </ac:spMkLst>
        </pc:spChg>
        <pc:spChg chg="add mod">
          <ac:chgData name="현진 장" userId="3a4f4ab2d25ec815" providerId="LiveId" clId="{915EA1A6-F264-4808-9BE2-98CB25AECFB7}" dt="2026-06-01T01:52:22.426" v="736" actId="1076"/>
          <ac:spMkLst>
            <pc:docMk/>
            <pc:sldMk cId="2219708261" sldId="309"/>
            <ac:spMk id="9" creationId="{C75FAB1F-7A23-FFC3-9425-489B55774615}"/>
          </ac:spMkLst>
        </pc:spChg>
        <pc:picChg chg="add mod">
          <ac:chgData name="현진 장" userId="3a4f4ab2d25ec815" providerId="LiveId" clId="{915EA1A6-F264-4808-9BE2-98CB25AECFB7}" dt="2026-06-01T01:50:08.043" v="707" actId="1076"/>
          <ac:picMkLst>
            <pc:docMk/>
            <pc:sldMk cId="2219708261" sldId="309"/>
            <ac:picMk id="3" creationId="{8F0F3A80-BC5B-5FA9-AAE4-4178D2C96DFF}"/>
          </ac:picMkLst>
        </pc:picChg>
        <pc:picChg chg="del">
          <ac:chgData name="현진 장" userId="3a4f4ab2d25ec815" providerId="LiveId" clId="{915EA1A6-F264-4808-9BE2-98CB25AECFB7}" dt="2026-06-01T01:50:06.197" v="705" actId="478"/>
          <ac:picMkLst>
            <pc:docMk/>
            <pc:sldMk cId="2219708261" sldId="309"/>
            <ac:picMk id="6" creationId="{DA026AD9-3374-CB72-F461-7B46BE21CB10}"/>
          </ac:picMkLst>
        </pc:picChg>
      </pc:sldChg>
      <pc:sldChg chg="addSp modSp add mod">
        <pc:chgData name="현진 장" userId="3a4f4ab2d25ec815" providerId="LiveId" clId="{915EA1A6-F264-4808-9BE2-98CB25AECFB7}" dt="2026-06-01T01:52:54.703" v="785"/>
        <pc:sldMkLst>
          <pc:docMk/>
          <pc:sldMk cId="2876518040" sldId="310"/>
        </pc:sldMkLst>
        <pc:spChg chg="add mod">
          <ac:chgData name="현진 장" userId="3a4f4ab2d25ec815" providerId="LiveId" clId="{915EA1A6-F264-4808-9BE2-98CB25AECFB7}" dt="2026-06-01T01:52:54.703" v="785"/>
          <ac:spMkLst>
            <pc:docMk/>
            <pc:sldMk cId="2876518040" sldId="310"/>
            <ac:spMk id="2" creationId="{72A86C3B-B153-B757-0387-C095EE73FE15}"/>
          </ac:spMkLst>
        </pc:spChg>
        <pc:spChg chg="mod">
          <ac:chgData name="현진 장" userId="3a4f4ab2d25ec815" providerId="LiveId" clId="{915EA1A6-F264-4808-9BE2-98CB25AECFB7}" dt="2026-06-01T01:52:37.384" v="784" actId="20577"/>
          <ac:spMkLst>
            <pc:docMk/>
            <pc:sldMk cId="2876518040" sldId="310"/>
            <ac:spMk id="4" creationId="{6B01A14D-59F1-0AB3-E50D-C3CAE06C933A}"/>
          </ac:spMkLst>
        </pc:spChg>
      </pc:sldChg>
      <pc:sldChg chg="addSp delSp add del mod">
        <pc:chgData name="현진 장" userId="3a4f4ab2d25ec815" providerId="LiveId" clId="{915EA1A6-F264-4808-9BE2-98CB25AECFB7}" dt="2026-06-01T09:08:30.881" v="2302" actId="47"/>
        <pc:sldMkLst>
          <pc:docMk/>
          <pc:sldMk cId="1573578164" sldId="311"/>
        </pc:sldMkLst>
        <pc:spChg chg="del">
          <ac:chgData name="현진 장" userId="3a4f4ab2d25ec815" providerId="LiveId" clId="{915EA1A6-F264-4808-9BE2-98CB25AECFB7}" dt="2026-06-01T01:53:00.679" v="787" actId="478"/>
          <ac:spMkLst>
            <pc:docMk/>
            <pc:sldMk cId="1573578164" sldId="311"/>
            <ac:spMk id="5" creationId="{B4938F1B-ABD2-6882-76A2-F4F141B55E08}"/>
          </ac:spMkLst>
        </pc:spChg>
        <pc:picChg chg="del">
          <ac:chgData name="현진 장" userId="3a4f4ab2d25ec815" providerId="LiveId" clId="{915EA1A6-F264-4808-9BE2-98CB25AECFB7}" dt="2026-06-01T01:53:00.679" v="787" actId="478"/>
          <ac:picMkLst>
            <pc:docMk/>
            <pc:sldMk cId="1573578164" sldId="311"/>
            <ac:picMk id="3" creationId="{CA0E9C79-D22D-25A6-CC3C-DF4AE3825936}"/>
          </ac:picMkLst>
        </pc:picChg>
        <pc:picChg chg="add">
          <ac:chgData name="현진 장" userId="3a4f4ab2d25ec815" providerId="LiveId" clId="{915EA1A6-F264-4808-9BE2-98CB25AECFB7}" dt="2026-06-01T01:53:08.688" v="788" actId="22"/>
          <ac:picMkLst>
            <pc:docMk/>
            <pc:sldMk cId="1573578164" sldId="311"/>
            <ac:picMk id="6" creationId="{33438C6D-BCD3-CC75-A2E6-ED9636374A26}"/>
          </ac:picMkLst>
        </pc:picChg>
        <pc:picChg chg="add del">
          <ac:chgData name="현진 장" userId="3a4f4ab2d25ec815" providerId="LiveId" clId="{915EA1A6-F264-4808-9BE2-98CB25AECFB7}" dt="2026-06-01T02:09:40.547" v="1291" actId="478"/>
          <ac:picMkLst>
            <pc:docMk/>
            <pc:sldMk cId="1573578164" sldId="311"/>
            <ac:picMk id="8" creationId="{8C28FA61-D456-556B-03AE-76ACD35AF71F}"/>
          </ac:picMkLst>
        </pc:picChg>
        <pc:picChg chg="add del">
          <ac:chgData name="현진 장" userId="3a4f4ab2d25ec815" providerId="LiveId" clId="{915EA1A6-F264-4808-9BE2-98CB25AECFB7}" dt="2026-06-01T02:09:39.966" v="1290" actId="478"/>
          <ac:picMkLst>
            <pc:docMk/>
            <pc:sldMk cId="1573578164" sldId="311"/>
            <ac:picMk id="10" creationId="{F99FCBCB-5854-DE49-A20E-15844CFB2704}"/>
          </ac:picMkLst>
        </pc:picChg>
      </pc:sldChg>
      <pc:sldChg chg="addSp delSp modSp add mod">
        <pc:chgData name="현진 장" userId="3a4f4ab2d25ec815" providerId="LiveId" clId="{915EA1A6-F264-4808-9BE2-98CB25AECFB7}" dt="2026-06-01T02:00:06.643" v="970" actId="20577"/>
        <pc:sldMkLst>
          <pc:docMk/>
          <pc:sldMk cId="3742293820" sldId="312"/>
        </pc:sldMkLst>
        <pc:spChg chg="mod">
          <ac:chgData name="현진 장" userId="3a4f4ab2d25ec815" providerId="LiveId" clId="{915EA1A6-F264-4808-9BE2-98CB25AECFB7}" dt="2026-06-01T02:00:06.643" v="970" actId="20577"/>
          <ac:spMkLst>
            <pc:docMk/>
            <pc:sldMk cId="3742293820" sldId="312"/>
            <ac:spMk id="5" creationId="{6451BC65-B976-409A-B1FC-0D402B8BBAFC}"/>
          </ac:spMkLst>
        </pc:spChg>
        <pc:picChg chg="del">
          <ac:chgData name="현진 장" userId="3a4f4ab2d25ec815" providerId="LiveId" clId="{915EA1A6-F264-4808-9BE2-98CB25AECFB7}" dt="2026-06-01T01:59:25.912" v="790" actId="478"/>
          <ac:picMkLst>
            <pc:docMk/>
            <pc:sldMk cId="3742293820" sldId="312"/>
            <ac:picMk id="3" creationId="{A1DB27E6-EEB0-E8D9-75F4-6DAB7C7C47A1}"/>
          </ac:picMkLst>
        </pc:picChg>
        <pc:picChg chg="add mod">
          <ac:chgData name="현진 장" userId="3a4f4ab2d25ec815" providerId="LiveId" clId="{915EA1A6-F264-4808-9BE2-98CB25AECFB7}" dt="2026-06-01T01:59:27.719" v="792" actId="1076"/>
          <ac:picMkLst>
            <pc:docMk/>
            <pc:sldMk cId="3742293820" sldId="312"/>
            <ac:picMk id="6" creationId="{4C98D73C-409C-25F7-03E0-3B78318EFB5F}"/>
          </ac:picMkLst>
        </pc:picChg>
      </pc:sldChg>
      <pc:sldChg chg="add">
        <pc:chgData name="현진 장" userId="3a4f4ab2d25ec815" providerId="LiveId" clId="{915EA1A6-F264-4808-9BE2-98CB25AECFB7}" dt="2026-06-01T02:00:38.148" v="971"/>
        <pc:sldMkLst>
          <pc:docMk/>
          <pc:sldMk cId="2530915797" sldId="313"/>
        </pc:sldMkLst>
      </pc:sldChg>
      <pc:sldChg chg="addSp delSp modSp add mod ord">
        <pc:chgData name="현진 장" userId="3a4f4ab2d25ec815" providerId="LiveId" clId="{915EA1A6-F264-4808-9BE2-98CB25AECFB7}" dt="2026-06-01T02:04:32.716" v="1093" actId="14100"/>
        <pc:sldMkLst>
          <pc:docMk/>
          <pc:sldMk cId="1586534930" sldId="314"/>
        </pc:sldMkLst>
        <pc:spChg chg="mod">
          <ac:chgData name="현진 장" userId="3a4f4ab2d25ec815" providerId="LiveId" clId="{915EA1A6-F264-4808-9BE2-98CB25AECFB7}" dt="2026-06-01T02:02:45.329" v="1011" actId="20577"/>
          <ac:spMkLst>
            <pc:docMk/>
            <pc:sldMk cId="1586534930" sldId="314"/>
            <ac:spMk id="4" creationId="{0D7269D6-A1FE-BF47-5CCC-7D6AE868CF3E}"/>
          </ac:spMkLst>
        </pc:spChg>
        <pc:spChg chg="add del mod">
          <ac:chgData name="현진 장" userId="3a4f4ab2d25ec815" providerId="LiveId" clId="{915EA1A6-F264-4808-9BE2-98CB25AECFB7}" dt="2026-06-01T02:03:17.583" v="1022"/>
          <ac:spMkLst>
            <pc:docMk/>
            <pc:sldMk cId="1586534930" sldId="314"/>
            <ac:spMk id="5" creationId="{786B421E-6AE3-FCD4-EA8B-2233B5FFF0DC}"/>
          </ac:spMkLst>
        </pc:spChg>
        <pc:spChg chg="add mod">
          <ac:chgData name="현진 장" userId="3a4f4ab2d25ec815" providerId="LiveId" clId="{915EA1A6-F264-4808-9BE2-98CB25AECFB7}" dt="2026-06-01T02:04:11.347" v="1044" actId="164"/>
          <ac:spMkLst>
            <pc:docMk/>
            <pc:sldMk cId="1586534930" sldId="314"/>
            <ac:spMk id="7" creationId="{A7EEE607-61F6-CD10-2CCE-24CC34200B59}"/>
          </ac:spMkLst>
        </pc:spChg>
        <pc:spChg chg="add mod">
          <ac:chgData name="현진 장" userId="3a4f4ab2d25ec815" providerId="LiveId" clId="{915EA1A6-F264-4808-9BE2-98CB25AECFB7}" dt="2026-06-01T02:04:11.347" v="1044" actId="164"/>
          <ac:spMkLst>
            <pc:docMk/>
            <pc:sldMk cId="1586534930" sldId="314"/>
            <ac:spMk id="9" creationId="{2552A720-25D5-7F77-5E0A-03B180BE9CFF}"/>
          </ac:spMkLst>
        </pc:spChg>
        <pc:spChg chg="mod">
          <ac:chgData name="현진 장" userId="3a4f4ab2d25ec815" providerId="LiveId" clId="{915EA1A6-F264-4808-9BE2-98CB25AECFB7}" dt="2026-06-01T02:04:18.769" v="1048"/>
          <ac:spMkLst>
            <pc:docMk/>
            <pc:sldMk cId="1586534930" sldId="314"/>
            <ac:spMk id="12" creationId="{C638F02A-621B-E6A9-EAAF-72226C5A1B47}"/>
          </ac:spMkLst>
        </pc:spChg>
        <pc:spChg chg="mod">
          <ac:chgData name="현진 장" userId="3a4f4ab2d25ec815" providerId="LiveId" clId="{915EA1A6-F264-4808-9BE2-98CB25AECFB7}" dt="2026-06-01T02:04:32.144" v="1092" actId="20577"/>
          <ac:spMkLst>
            <pc:docMk/>
            <pc:sldMk cId="1586534930" sldId="314"/>
            <ac:spMk id="13" creationId="{654F6F88-DD76-3EA3-7EC1-735DFB4969C3}"/>
          </ac:spMkLst>
        </pc:spChg>
        <pc:grpChg chg="add mod">
          <ac:chgData name="현진 장" userId="3a4f4ab2d25ec815" providerId="LiveId" clId="{915EA1A6-F264-4808-9BE2-98CB25AECFB7}" dt="2026-06-01T02:04:17.584" v="1047" actId="1076"/>
          <ac:grpSpMkLst>
            <pc:docMk/>
            <pc:sldMk cId="1586534930" sldId="314"/>
            <ac:grpSpMk id="10" creationId="{391ACC88-9E40-EF49-699E-2284C8CAA0BB}"/>
          </ac:grpSpMkLst>
        </pc:grpChg>
        <pc:grpChg chg="add mod">
          <ac:chgData name="현진 장" userId="3a4f4ab2d25ec815" providerId="LiveId" clId="{915EA1A6-F264-4808-9BE2-98CB25AECFB7}" dt="2026-06-01T02:04:32.716" v="1093" actId="14100"/>
          <ac:grpSpMkLst>
            <pc:docMk/>
            <pc:sldMk cId="1586534930" sldId="314"/>
            <ac:grpSpMk id="11" creationId="{951E6AFD-9A3D-2AA3-F0AE-88867EA61578}"/>
          </ac:grpSpMkLst>
        </pc:grpChg>
        <pc:picChg chg="add mod ord">
          <ac:chgData name="현진 장" userId="3a4f4ab2d25ec815" providerId="LiveId" clId="{915EA1A6-F264-4808-9BE2-98CB25AECFB7}" dt="2026-06-01T02:04:15.616" v="1046" actId="1076"/>
          <ac:picMkLst>
            <pc:docMk/>
            <pc:sldMk cId="1586534930" sldId="314"/>
            <ac:picMk id="3" creationId="{14ED2907-DEC2-4221-642D-FB261DE4EACB}"/>
          </ac:picMkLst>
        </pc:picChg>
        <pc:picChg chg="del">
          <ac:chgData name="현진 장" userId="3a4f4ab2d25ec815" providerId="LiveId" clId="{915EA1A6-F264-4808-9BE2-98CB25AECFB7}" dt="2026-06-01T02:02:28.817" v="975" actId="478"/>
          <ac:picMkLst>
            <pc:docMk/>
            <pc:sldMk cId="1586534930" sldId="314"/>
            <ac:picMk id="6" creationId="{EABE2197-0949-A3BE-E6F4-35B7BD771F1F}"/>
          </ac:picMkLst>
        </pc:picChg>
        <pc:picChg chg="del mod">
          <ac:chgData name="현진 장" userId="3a4f4ab2d25ec815" providerId="LiveId" clId="{915EA1A6-F264-4808-9BE2-98CB25AECFB7}" dt="2026-06-01T02:02:52.161" v="1013" actId="478"/>
          <ac:picMkLst>
            <pc:docMk/>
            <pc:sldMk cId="1586534930" sldId="314"/>
            <ac:picMk id="8" creationId="{BD13E063-2947-2C74-963F-CB5D0996D3FB}"/>
          </ac:picMkLst>
        </pc:picChg>
      </pc:sldChg>
      <pc:sldChg chg="addSp delSp modSp add mod">
        <pc:chgData name="현진 장" userId="3a4f4ab2d25ec815" providerId="LiveId" clId="{915EA1A6-F264-4808-9BE2-98CB25AECFB7}" dt="2026-06-01T02:08:10.614" v="1200" actId="22"/>
        <pc:sldMkLst>
          <pc:docMk/>
          <pc:sldMk cId="3859976172" sldId="315"/>
        </pc:sldMkLst>
        <pc:spChg chg="mod">
          <ac:chgData name="현진 장" userId="3a4f4ab2d25ec815" providerId="LiveId" clId="{915EA1A6-F264-4808-9BE2-98CB25AECFB7}" dt="2026-06-01T02:05:35.343" v="1138" actId="20577"/>
          <ac:spMkLst>
            <pc:docMk/>
            <pc:sldMk cId="3859976172" sldId="315"/>
            <ac:spMk id="4" creationId="{CBEA3C30-7777-808B-41A3-C0CD4317063F}"/>
          </ac:spMkLst>
        </pc:spChg>
        <pc:spChg chg="mod topLvl">
          <ac:chgData name="현진 장" userId="3a4f4ab2d25ec815" providerId="LiveId" clId="{915EA1A6-F264-4808-9BE2-98CB25AECFB7}" dt="2026-06-01T02:06:24.928" v="1194" actId="14100"/>
          <ac:spMkLst>
            <pc:docMk/>
            <pc:sldMk cId="3859976172" sldId="315"/>
            <ac:spMk id="7" creationId="{1BAAD00A-7B8D-40C7-0B25-323379EF4994}"/>
          </ac:spMkLst>
        </pc:spChg>
        <pc:spChg chg="mod topLvl">
          <ac:chgData name="현진 장" userId="3a4f4ab2d25ec815" providerId="LiveId" clId="{915EA1A6-F264-4808-9BE2-98CB25AECFB7}" dt="2026-06-01T02:07:49.060" v="1198" actId="1076"/>
          <ac:spMkLst>
            <pc:docMk/>
            <pc:sldMk cId="3859976172" sldId="315"/>
            <ac:spMk id="9" creationId="{8A178D1D-3C9D-5176-DFD1-6ABDB885AE7C}"/>
          </ac:spMkLst>
        </pc:spChg>
        <pc:grpChg chg="del mod">
          <ac:chgData name="현진 장" userId="3a4f4ab2d25ec815" providerId="LiveId" clId="{915EA1A6-F264-4808-9BE2-98CB25AECFB7}" dt="2026-06-01T02:06:09.768" v="1187" actId="165"/>
          <ac:grpSpMkLst>
            <pc:docMk/>
            <pc:sldMk cId="3859976172" sldId="315"/>
            <ac:grpSpMk id="10" creationId="{187FB6FC-FA2D-6A33-9319-CED6F5C27B38}"/>
          </ac:grpSpMkLst>
        </pc:grpChg>
        <pc:grpChg chg="del">
          <ac:chgData name="현진 장" userId="3a4f4ab2d25ec815" providerId="LiveId" clId="{915EA1A6-F264-4808-9BE2-98CB25AECFB7}" dt="2026-06-01T02:05:38.351" v="1139" actId="478"/>
          <ac:grpSpMkLst>
            <pc:docMk/>
            <pc:sldMk cId="3859976172" sldId="315"/>
            <ac:grpSpMk id="11" creationId="{B9486DCA-3AA3-FB8B-2ED1-6A5D0E2C98EE}"/>
          </ac:grpSpMkLst>
        </pc:grpChg>
        <pc:picChg chg="del">
          <ac:chgData name="현진 장" userId="3a4f4ab2d25ec815" providerId="LiveId" clId="{915EA1A6-F264-4808-9BE2-98CB25AECFB7}" dt="2026-06-01T02:05:38.351" v="1139" actId="478"/>
          <ac:picMkLst>
            <pc:docMk/>
            <pc:sldMk cId="3859976172" sldId="315"/>
            <ac:picMk id="3" creationId="{C816060B-F8A9-4CBD-CB89-FF668FD0730A}"/>
          </ac:picMkLst>
        </pc:picChg>
        <pc:picChg chg="add mod ord">
          <ac:chgData name="현진 장" userId="3a4f4ab2d25ec815" providerId="LiveId" clId="{915EA1A6-F264-4808-9BE2-98CB25AECFB7}" dt="2026-06-01T02:07:47.037" v="1197" actId="1076"/>
          <ac:picMkLst>
            <pc:docMk/>
            <pc:sldMk cId="3859976172" sldId="315"/>
            <ac:picMk id="5" creationId="{A4EA44F7-DA46-BBFA-84F7-BA92EBF99CB2}"/>
          </ac:picMkLst>
        </pc:picChg>
        <pc:picChg chg="add del">
          <ac:chgData name="현진 장" userId="3a4f4ab2d25ec815" providerId="LiveId" clId="{915EA1A6-F264-4808-9BE2-98CB25AECFB7}" dt="2026-06-01T02:08:10.614" v="1200" actId="22"/>
          <ac:picMkLst>
            <pc:docMk/>
            <pc:sldMk cId="3859976172" sldId="315"/>
            <ac:picMk id="8" creationId="{6B269AC1-53B8-3CDB-1FB3-5FEECC8B5C0E}"/>
          </ac:picMkLst>
        </pc:picChg>
      </pc:sldChg>
      <pc:sldChg chg="addSp delSp modSp add mod">
        <pc:chgData name="현진 장" userId="3a4f4ab2d25ec815" providerId="LiveId" clId="{915EA1A6-F264-4808-9BE2-98CB25AECFB7}" dt="2026-06-01T02:09:31.344" v="1289" actId="2711"/>
        <pc:sldMkLst>
          <pc:docMk/>
          <pc:sldMk cId="2960583253" sldId="316"/>
        </pc:sldMkLst>
        <pc:spChg chg="mod topLvl">
          <ac:chgData name="현진 장" userId="3a4f4ab2d25ec815" providerId="LiveId" clId="{915EA1A6-F264-4808-9BE2-98CB25AECFB7}" dt="2026-06-01T02:08:58.504" v="1224" actId="14100"/>
          <ac:spMkLst>
            <pc:docMk/>
            <pc:sldMk cId="2960583253" sldId="316"/>
            <ac:spMk id="3" creationId="{E8FE19DD-FBC1-6A67-85B9-52141254AE5B}"/>
          </ac:spMkLst>
        </pc:spChg>
        <pc:spChg chg="mod topLvl">
          <ac:chgData name="현진 장" userId="3a4f4ab2d25ec815" providerId="LiveId" clId="{915EA1A6-F264-4808-9BE2-98CB25AECFB7}" dt="2026-06-01T02:09:31.344" v="1289" actId="2711"/>
          <ac:spMkLst>
            <pc:docMk/>
            <pc:sldMk cId="2960583253" sldId="316"/>
            <ac:spMk id="5" creationId="{389B6B8E-174E-5173-B0B3-B9D1DBD0E29B}"/>
          </ac:spMkLst>
        </pc:spChg>
        <pc:grpChg chg="add del mod">
          <ac:chgData name="현진 장" userId="3a4f4ab2d25ec815" providerId="LiveId" clId="{915EA1A6-F264-4808-9BE2-98CB25AECFB7}" dt="2026-06-01T02:08:52.562" v="1221" actId="165"/>
          <ac:grpSpMkLst>
            <pc:docMk/>
            <pc:sldMk cId="2960583253" sldId="316"/>
            <ac:grpSpMk id="2" creationId="{FAA5861E-AB0D-4346-1FC3-6F17C4DCB57A}"/>
          </ac:grpSpMkLst>
        </pc:grpChg>
        <pc:picChg chg="del">
          <ac:chgData name="현진 장" userId="3a4f4ab2d25ec815" providerId="LiveId" clId="{915EA1A6-F264-4808-9BE2-98CB25AECFB7}" dt="2026-06-01T02:08:18.871" v="1205" actId="478"/>
          <ac:picMkLst>
            <pc:docMk/>
            <pc:sldMk cId="2960583253" sldId="316"/>
            <ac:picMk id="6" creationId="{C275E7BA-D48D-33F6-39D7-11AFA8B6E0C2}"/>
          </ac:picMkLst>
        </pc:picChg>
        <pc:picChg chg="del">
          <ac:chgData name="현진 장" userId="3a4f4ab2d25ec815" providerId="LiveId" clId="{915EA1A6-F264-4808-9BE2-98CB25AECFB7}" dt="2026-06-01T02:08:18.004" v="1204" actId="478"/>
          <ac:picMkLst>
            <pc:docMk/>
            <pc:sldMk cId="2960583253" sldId="316"/>
            <ac:picMk id="8" creationId="{1ADC01ED-3ACF-F79D-D6AF-612A17B03BCB}"/>
          </ac:picMkLst>
        </pc:picChg>
        <pc:picChg chg="mod">
          <ac:chgData name="현진 장" userId="3a4f4ab2d25ec815" providerId="LiveId" clId="{915EA1A6-F264-4808-9BE2-98CB25AECFB7}" dt="2026-06-01T02:08:40.435" v="1211" actId="1076"/>
          <ac:picMkLst>
            <pc:docMk/>
            <pc:sldMk cId="2960583253" sldId="316"/>
            <ac:picMk id="10" creationId="{F77EC725-9DCF-6B08-F935-6169E0DD730A}"/>
          </ac:picMkLst>
        </pc:picChg>
      </pc:sldChg>
      <pc:sldChg chg="delSp modSp add mod">
        <pc:chgData name="현진 장" userId="3a4f4ab2d25ec815" providerId="LiveId" clId="{915EA1A6-F264-4808-9BE2-98CB25AECFB7}" dt="2026-06-01T02:13:53.815" v="1476" actId="478"/>
        <pc:sldMkLst>
          <pc:docMk/>
          <pc:sldMk cId="870001921" sldId="317"/>
        </pc:sldMkLst>
        <pc:spChg chg="del">
          <ac:chgData name="현진 장" userId="3a4f4ab2d25ec815" providerId="LiveId" clId="{915EA1A6-F264-4808-9BE2-98CB25AECFB7}" dt="2026-06-01T02:13:53.815" v="1476" actId="478"/>
          <ac:spMkLst>
            <pc:docMk/>
            <pc:sldMk cId="870001921" sldId="317"/>
            <ac:spMk id="3" creationId="{1E458E0A-BCC0-4CA6-E50D-FC6EE0A7360F}"/>
          </ac:spMkLst>
        </pc:spChg>
        <pc:spChg chg="mod">
          <ac:chgData name="현진 장" userId="3a4f4ab2d25ec815" providerId="LiveId" clId="{915EA1A6-F264-4808-9BE2-98CB25AECFB7}" dt="2026-06-01T02:10:00.361" v="1313" actId="20577"/>
          <ac:spMkLst>
            <pc:docMk/>
            <pc:sldMk cId="870001921" sldId="317"/>
            <ac:spMk id="4" creationId="{026263C4-2408-E13E-DF4A-9604CFA859CE}"/>
          </ac:spMkLst>
        </pc:spChg>
        <pc:spChg chg="mod">
          <ac:chgData name="현진 장" userId="3a4f4ab2d25ec815" providerId="LiveId" clId="{915EA1A6-F264-4808-9BE2-98CB25AECFB7}" dt="2026-06-01T02:11:19.275" v="1475" actId="20577"/>
          <ac:spMkLst>
            <pc:docMk/>
            <pc:sldMk cId="870001921" sldId="317"/>
            <ac:spMk id="5" creationId="{376F5499-1D95-551A-ECA1-9C701F1BFCD6}"/>
          </ac:spMkLst>
        </pc:spChg>
        <pc:picChg chg="del">
          <ac:chgData name="현진 장" userId="3a4f4ab2d25ec815" providerId="LiveId" clId="{915EA1A6-F264-4808-9BE2-98CB25AECFB7}" dt="2026-06-01T02:10:00.957" v="1314" actId="478"/>
          <ac:picMkLst>
            <pc:docMk/>
            <pc:sldMk cId="870001921" sldId="317"/>
            <ac:picMk id="10" creationId="{B1180667-DB43-DF06-114A-294A8FC5AF81}"/>
          </ac:picMkLst>
        </pc:picChg>
      </pc:sldChg>
      <pc:sldChg chg="addSp modSp add mod">
        <pc:chgData name="현진 장" userId="3a4f4ab2d25ec815" providerId="LiveId" clId="{915EA1A6-F264-4808-9BE2-98CB25AECFB7}" dt="2026-06-01T02:25:03.023" v="1768" actId="20577"/>
        <pc:sldMkLst>
          <pc:docMk/>
          <pc:sldMk cId="3907605728" sldId="318"/>
        </pc:sldMkLst>
        <pc:spChg chg="mod">
          <ac:chgData name="현진 장" userId="3a4f4ab2d25ec815" providerId="LiveId" clId="{915EA1A6-F264-4808-9BE2-98CB25AECFB7}" dt="2026-06-01T02:14:29.784" v="1488" actId="6549"/>
          <ac:spMkLst>
            <pc:docMk/>
            <pc:sldMk cId="3907605728" sldId="318"/>
            <ac:spMk id="5" creationId="{31E794F6-C7F2-111F-EEE1-C6329DD5130E}"/>
          </ac:spMkLst>
        </pc:spChg>
        <pc:spChg chg="add mod">
          <ac:chgData name="현진 장" userId="3a4f4ab2d25ec815" providerId="LiveId" clId="{915EA1A6-F264-4808-9BE2-98CB25AECFB7}" dt="2026-06-01T02:22:12.136" v="1766" actId="20577"/>
          <ac:spMkLst>
            <pc:docMk/>
            <pc:sldMk cId="3907605728" sldId="318"/>
            <ac:spMk id="7" creationId="{B9A69B8B-4ED5-50DB-32A9-0A573141F46F}"/>
          </ac:spMkLst>
        </pc:spChg>
        <pc:spChg chg="add mod">
          <ac:chgData name="현진 장" userId="3a4f4ab2d25ec815" providerId="LiveId" clId="{915EA1A6-F264-4808-9BE2-98CB25AECFB7}" dt="2026-06-01T02:25:03.023" v="1768" actId="20577"/>
          <ac:spMkLst>
            <pc:docMk/>
            <pc:sldMk cId="3907605728" sldId="318"/>
            <ac:spMk id="9" creationId="{C0F62BD5-874D-89E9-C6B7-EAF1FA469EC5}"/>
          </ac:spMkLst>
        </pc:spChg>
        <pc:picChg chg="add mod">
          <ac:chgData name="현진 장" userId="3a4f4ab2d25ec815" providerId="LiveId" clId="{915EA1A6-F264-4808-9BE2-98CB25AECFB7}" dt="2026-06-01T02:14:37.665" v="1492" actId="1076"/>
          <ac:picMkLst>
            <pc:docMk/>
            <pc:sldMk cId="3907605728" sldId="318"/>
            <ac:picMk id="3" creationId="{92326A5B-1D9E-BE46-8B3A-E9E033154DC2}"/>
          </ac:picMkLst>
        </pc:picChg>
      </pc:sldChg>
      <pc:sldChg chg="add del">
        <pc:chgData name="현진 장" userId="3a4f4ab2d25ec815" providerId="LiveId" clId="{915EA1A6-F264-4808-9BE2-98CB25AECFB7}" dt="2026-06-01T02:14:31.455" v="1490"/>
        <pc:sldMkLst>
          <pc:docMk/>
          <pc:sldMk cId="2792156603" sldId="319"/>
        </pc:sldMkLst>
      </pc:sldChg>
      <pc:sldChg chg="addSp delSp modSp add mod">
        <pc:chgData name="현진 장" userId="3a4f4ab2d25ec815" providerId="LiveId" clId="{915EA1A6-F264-4808-9BE2-98CB25AECFB7}" dt="2026-06-01T02:41:42.978" v="1877" actId="20577"/>
        <pc:sldMkLst>
          <pc:docMk/>
          <pc:sldMk cId="3038031673" sldId="319"/>
        </pc:sldMkLst>
        <pc:spChg chg="mod">
          <ac:chgData name="현진 장" userId="3a4f4ab2d25ec815" providerId="LiveId" clId="{915EA1A6-F264-4808-9BE2-98CB25AECFB7}" dt="2026-06-01T02:41:42.978" v="1877" actId="20577"/>
          <ac:spMkLst>
            <pc:docMk/>
            <pc:sldMk cId="3038031673" sldId="319"/>
            <ac:spMk id="4" creationId="{3A574713-A8C2-F978-4277-B486CBED1EC7}"/>
          </ac:spMkLst>
        </pc:spChg>
        <pc:spChg chg="mod">
          <ac:chgData name="현진 장" userId="3a4f4ab2d25ec815" providerId="LiveId" clId="{915EA1A6-F264-4808-9BE2-98CB25AECFB7}" dt="2026-06-01T02:40:41.139" v="1816"/>
          <ac:spMkLst>
            <pc:docMk/>
            <pc:sldMk cId="3038031673" sldId="319"/>
            <ac:spMk id="5" creationId="{E45F64F8-6A92-B04A-E163-922FA361B77A}"/>
          </ac:spMkLst>
        </pc:spChg>
        <pc:spChg chg="add mod">
          <ac:chgData name="현진 장" userId="3a4f4ab2d25ec815" providerId="LiveId" clId="{915EA1A6-F264-4808-9BE2-98CB25AECFB7}" dt="2026-06-01T02:41:06.224" v="1835" actId="1037"/>
          <ac:spMkLst>
            <pc:docMk/>
            <pc:sldMk cId="3038031673" sldId="319"/>
            <ac:spMk id="7" creationId="{3B3951D4-47F0-792F-980D-01D422D5B455}"/>
          </ac:spMkLst>
        </pc:spChg>
        <pc:picChg chg="del">
          <ac:chgData name="현진 장" userId="3a4f4ab2d25ec815" providerId="LiveId" clId="{915EA1A6-F264-4808-9BE2-98CB25AECFB7}" dt="2026-06-01T02:27:45.222" v="1771" actId="478"/>
          <ac:picMkLst>
            <pc:docMk/>
            <pc:sldMk cId="3038031673" sldId="319"/>
            <ac:picMk id="3" creationId="{1E81F05D-0D55-F730-D509-B2A1CA0109D8}"/>
          </ac:picMkLst>
        </pc:picChg>
        <pc:picChg chg="add mod">
          <ac:chgData name="현진 장" userId="3a4f4ab2d25ec815" providerId="LiveId" clId="{915EA1A6-F264-4808-9BE2-98CB25AECFB7}" dt="2026-06-01T02:27:47.355" v="1773" actId="1076"/>
          <ac:picMkLst>
            <pc:docMk/>
            <pc:sldMk cId="3038031673" sldId="319"/>
            <ac:picMk id="6" creationId="{153243CB-7D1F-3294-150D-B80502F3C828}"/>
          </ac:picMkLst>
        </pc:picChg>
      </pc:sldChg>
      <pc:sldChg chg="addSp delSp modSp add mod">
        <pc:chgData name="현진 장" userId="3a4f4ab2d25ec815" providerId="LiveId" clId="{915EA1A6-F264-4808-9BE2-98CB25AECFB7}" dt="2026-06-01T02:42:25.567" v="1914" actId="14100"/>
        <pc:sldMkLst>
          <pc:docMk/>
          <pc:sldMk cId="3049557746" sldId="320"/>
        </pc:sldMkLst>
        <pc:spChg chg="add del">
          <ac:chgData name="현진 장" userId="3a4f4ab2d25ec815" providerId="LiveId" clId="{915EA1A6-F264-4808-9BE2-98CB25AECFB7}" dt="2026-06-01T02:42:07.264" v="1888" actId="478"/>
          <ac:spMkLst>
            <pc:docMk/>
            <pc:sldMk cId="3049557746" sldId="320"/>
            <ac:spMk id="5" creationId="{7917E0B1-B789-FADF-4F73-2B20F7F0F675}"/>
          </ac:spMkLst>
        </pc:spChg>
        <pc:spChg chg="del">
          <ac:chgData name="현진 장" userId="3a4f4ab2d25ec815" providerId="LiveId" clId="{915EA1A6-F264-4808-9BE2-98CB25AECFB7}" dt="2026-06-01T02:42:07.264" v="1888" actId="478"/>
          <ac:spMkLst>
            <pc:docMk/>
            <pc:sldMk cId="3049557746" sldId="320"/>
            <ac:spMk id="7" creationId="{EB00F50C-7428-91FE-E4FB-41581094CDF8}"/>
          </ac:spMkLst>
        </pc:spChg>
        <pc:spChg chg="add mod">
          <ac:chgData name="현진 장" userId="3a4f4ab2d25ec815" providerId="LiveId" clId="{915EA1A6-F264-4808-9BE2-98CB25AECFB7}" dt="2026-06-01T02:42:25.567" v="1914" actId="14100"/>
          <ac:spMkLst>
            <pc:docMk/>
            <pc:sldMk cId="3049557746" sldId="320"/>
            <ac:spMk id="9" creationId="{5EA521AE-4D6A-661F-ADB2-038F79F8C581}"/>
          </ac:spMkLst>
        </pc:spChg>
        <pc:picChg chg="add del mod ord">
          <ac:chgData name="현진 장" userId="3a4f4ab2d25ec815" providerId="LiveId" clId="{915EA1A6-F264-4808-9BE2-98CB25AECFB7}" dt="2026-06-01T02:42:08.279" v="1889" actId="1076"/>
          <ac:picMkLst>
            <pc:docMk/>
            <pc:sldMk cId="3049557746" sldId="320"/>
            <ac:picMk id="3" creationId="{DA775151-16DB-4F69-8C1A-C8E66216B8C9}"/>
          </ac:picMkLst>
        </pc:picChg>
        <pc:picChg chg="del">
          <ac:chgData name="현진 장" userId="3a4f4ab2d25ec815" providerId="LiveId" clId="{915EA1A6-F264-4808-9BE2-98CB25AECFB7}" dt="2026-06-01T02:41:52.646" v="1879" actId="478"/>
          <ac:picMkLst>
            <pc:docMk/>
            <pc:sldMk cId="3049557746" sldId="320"/>
            <ac:picMk id="6" creationId="{18A4E9A5-FECA-D584-A3A9-A5BB617A4978}"/>
          </ac:picMkLst>
        </pc:picChg>
        <pc:picChg chg="add mod">
          <ac:chgData name="현진 장" userId="3a4f4ab2d25ec815" providerId="LiveId" clId="{915EA1A6-F264-4808-9BE2-98CB25AECFB7}" dt="2026-06-01T02:42:12.109" v="1891" actId="1076"/>
          <ac:picMkLst>
            <pc:docMk/>
            <pc:sldMk cId="3049557746" sldId="320"/>
            <ac:picMk id="8" creationId="{C32BBC3A-7509-60AB-D02D-FBB5988A9B9B}"/>
          </ac:picMkLst>
        </pc:picChg>
      </pc:sldChg>
      <pc:sldChg chg="addSp delSp modSp add mod ord">
        <pc:chgData name="현진 장" userId="3a4f4ab2d25ec815" providerId="LiveId" clId="{915EA1A6-F264-4808-9BE2-98CB25AECFB7}" dt="2026-06-01T09:10:05.598" v="2425"/>
        <pc:sldMkLst>
          <pc:docMk/>
          <pc:sldMk cId="3282423766" sldId="321"/>
        </pc:sldMkLst>
        <pc:spChg chg="add del mod">
          <ac:chgData name="현진 장" userId="3a4f4ab2d25ec815" providerId="LiveId" clId="{915EA1A6-F264-4808-9BE2-98CB25AECFB7}" dt="2026-06-01T05:20:04.896" v="1992" actId="478"/>
          <ac:spMkLst>
            <pc:docMk/>
            <pc:sldMk cId="3282423766" sldId="321"/>
            <ac:spMk id="2" creationId="{9F57C5FC-50F6-5356-0795-6F8EE24C976C}"/>
          </ac:spMkLst>
        </pc:spChg>
        <pc:spChg chg="add mod">
          <ac:chgData name="현진 장" userId="3a4f4ab2d25ec815" providerId="LiveId" clId="{915EA1A6-F264-4808-9BE2-98CB25AECFB7}" dt="2026-06-01T09:09:58.856" v="2424" actId="1076"/>
          <ac:spMkLst>
            <pc:docMk/>
            <pc:sldMk cId="3282423766" sldId="321"/>
            <ac:spMk id="2" creationId="{B484CE69-FAFB-6AFB-5FA9-0EEAE86BE183}"/>
          </ac:spMkLst>
        </pc:spChg>
        <pc:spChg chg="mod">
          <ac:chgData name="현진 장" userId="3a4f4ab2d25ec815" providerId="LiveId" clId="{915EA1A6-F264-4808-9BE2-98CB25AECFB7}" dt="2026-06-01T09:10:05.598" v="2425"/>
          <ac:spMkLst>
            <pc:docMk/>
            <pc:sldMk cId="3282423766" sldId="321"/>
            <ac:spMk id="4" creationId="{2F834EFE-DCCF-F08E-E293-09CB2966EE1D}"/>
          </ac:spMkLst>
        </pc:spChg>
        <pc:spChg chg="del">
          <ac:chgData name="현진 장" userId="3a4f4ab2d25ec815" providerId="LiveId" clId="{915EA1A6-F264-4808-9BE2-98CB25AECFB7}" dt="2026-06-01T05:20:04.896" v="1992" actId="478"/>
          <ac:spMkLst>
            <pc:docMk/>
            <pc:sldMk cId="3282423766" sldId="321"/>
            <ac:spMk id="5" creationId="{63430C98-9CD3-320F-D7B1-303445970D9C}"/>
          </ac:spMkLst>
        </pc:spChg>
        <pc:spChg chg="del">
          <ac:chgData name="현진 장" userId="3a4f4ab2d25ec815" providerId="LiveId" clId="{915EA1A6-F264-4808-9BE2-98CB25AECFB7}" dt="2026-06-01T05:20:04.896" v="1992" actId="478"/>
          <ac:spMkLst>
            <pc:docMk/>
            <pc:sldMk cId="3282423766" sldId="321"/>
            <ac:spMk id="7" creationId="{613AC0DA-4AE4-A962-2E62-6B45E1913A5F}"/>
          </ac:spMkLst>
        </pc:spChg>
        <pc:spChg chg="add mod">
          <ac:chgData name="현진 장" userId="3a4f4ab2d25ec815" providerId="LiveId" clId="{915EA1A6-F264-4808-9BE2-98CB25AECFB7}" dt="2026-06-01T09:09:45.023" v="2400" actId="2711"/>
          <ac:spMkLst>
            <pc:docMk/>
            <pc:sldMk cId="3282423766" sldId="321"/>
            <ac:spMk id="9" creationId="{7CD3DB4B-68A1-8966-283A-A86983994AA7}"/>
          </ac:spMkLst>
        </pc:spChg>
        <pc:picChg chg="add del mod">
          <ac:chgData name="현진 장" userId="3a4f4ab2d25ec815" providerId="LiveId" clId="{915EA1A6-F264-4808-9BE2-98CB25AECFB7}" dt="2026-06-01T05:20:03.363" v="1991" actId="478"/>
          <ac:picMkLst>
            <pc:docMk/>
            <pc:sldMk cId="3282423766" sldId="321"/>
            <ac:picMk id="3" creationId="{7225791C-6305-3DDC-03A7-2B761769D992}"/>
          </ac:picMkLst>
        </pc:picChg>
        <pc:picChg chg="del">
          <ac:chgData name="현진 장" userId="3a4f4ab2d25ec815" providerId="LiveId" clId="{915EA1A6-F264-4808-9BE2-98CB25AECFB7}" dt="2026-06-01T05:20:04.896" v="1992" actId="478"/>
          <ac:picMkLst>
            <pc:docMk/>
            <pc:sldMk cId="3282423766" sldId="321"/>
            <ac:picMk id="6" creationId="{BF81E8F9-8FA5-8B88-DA3C-13D4A9F5065B}"/>
          </ac:picMkLst>
        </pc:picChg>
      </pc:sldChg>
      <pc:sldChg chg="addSp delSp modSp add mod">
        <pc:chgData name="현진 장" userId="3a4f4ab2d25ec815" providerId="LiveId" clId="{915EA1A6-F264-4808-9BE2-98CB25AECFB7}" dt="2026-06-01T09:10:22.031" v="2463" actId="2711"/>
        <pc:sldMkLst>
          <pc:docMk/>
          <pc:sldMk cId="3770286515" sldId="322"/>
        </pc:sldMkLst>
        <pc:spChg chg="add mod">
          <ac:chgData name="현진 장" userId="3a4f4ab2d25ec815" providerId="LiveId" clId="{915EA1A6-F264-4808-9BE2-98CB25AECFB7}" dt="2026-06-01T09:10:18.004" v="2462" actId="20577"/>
          <ac:spMkLst>
            <pc:docMk/>
            <pc:sldMk cId="3770286515" sldId="322"/>
            <ac:spMk id="3" creationId="{F4829346-8FE5-BC8E-6B25-9E384584A9D8}"/>
          </ac:spMkLst>
        </pc:spChg>
        <pc:spChg chg="del">
          <ac:chgData name="현진 장" userId="3a4f4ab2d25ec815" providerId="LiveId" clId="{915EA1A6-F264-4808-9BE2-98CB25AECFB7}" dt="2026-06-01T07:16:12.061" v="2103" actId="478"/>
          <ac:spMkLst>
            <pc:docMk/>
            <pc:sldMk cId="3770286515" sldId="322"/>
            <ac:spMk id="4" creationId="{941865DE-2BCA-C474-17A1-0015CA49B270}"/>
          </ac:spMkLst>
        </pc:spChg>
        <pc:spChg chg="add mod">
          <ac:chgData name="현진 장" userId="3a4f4ab2d25ec815" providerId="LiveId" clId="{915EA1A6-F264-4808-9BE2-98CB25AECFB7}" dt="2026-06-01T07:27:28.317" v="2192" actId="1076"/>
          <ac:spMkLst>
            <pc:docMk/>
            <pc:sldMk cId="3770286515" sldId="322"/>
            <ac:spMk id="5" creationId="{A8497819-2E60-72E4-FF0A-55444D2C13A1}"/>
          </ac:spMkLst>
        </pc:spChg>
        <pc:spChg chg="add mod">
          <ac:chgData name="현진 장" userId="3a4f4ab2d25ec815" providerId="LiveId" clId="{915EA1A6-F264-4808-9BE2-98CB25AECFB7}" dt="2026-06-01T07:27:28.317" v="2192" actId="1076"/>
          <ac:spMkLst>
            <pc:docMk/>
            <pc:sldMk cId="3770286515" sldId="322"/>
            <ac:spMk id="6" creationId="{D4FD4D5B-B945-9207-6DFB-4AA8D5ABE82F}"/>
          </ac:spMkLst>
        </pc:spChg>
        <pc:spChg chg="add mod">
          <ac:chgData name="현진 장" userId="3a4f4ab2d25ec815" providerId="LiveId" clId="{915EA1A6-F264-4808-9BE2-98CB25AECFB7}" dt="2026-06-01T07:27:28.317" v="2192" actId="1076"/>
          <ac:spMkLst>
            <pc:docMk/>
            <pc:sldMk cId="3770286515" sldId="322"/>
            <ac:spMk id="7" creationId="{9027148F-6FE2-06E7-330D-064C17C091F6}"/>
          </ac:spMkLst>
        </pc:spChg>
        <pc:spChg chg="add mod">
          <ac:chgData name="현진 장" userId="3a4f4ab2d25ec815" providerId="LiveId" clId="{915EA1A6-F264-4808-9BE2-98CB25AECFB7}" dt="2026-06-01T07:16:46.974" v="2125" actId="208"/>
          <ac:spMkLst>
            <pc:docMk/>
            <pc:sldMk cId="3770286515" sldId="322"/>
            <ac:spMk id="8" creationId="{6E85F051-EA91-25CA-6D73-CBBEC19A8510}"/>
          </ac:spMkLst>
        </pc:spChg>
        <pc:spChg chg="del">
          <ac:chgData name="현진 장" userId="3a4f4ab2d25ec815" providerId="LiveId" clId="{915EA1A6-F264-4808-9BE2-98CB25AECFB7}" dt="2026-06-01T07:16:12.061" v="2103" actId="478"/>
          <ac:spMkLst>
            <pc:docMk/>
            <pc:sldMk cId="3770286515" sldId="322"/>
            <ac:spMk id="9" creationId="{A979870C-180A-744C-3702-0A969E7F144B}"/>
          </ac:spMkLst>
        </pc:spChg>
        <pc:spChg chg="add mod">
          <ac:chgData name="현진 장" userId="3a4f4ab2d25ec815" providerId="LiveId" clId="{915EA1A6-F264-4808-9BE2-98CB25AECFB7}" dt="2026-06-01T07:28:04.138" v="2255" actId="14100"/>
          <ac:spMkLst>
            <pc:docMk/>
            <pc:sldMk cId="3770286515" sldId="322"/>
            <ac:spMk id="12" creationId="{353C6504-A1E7-5A0E-0D24-FB3DFBC76F91}"/>
          </ac:spMkLst>
        </pc:spChg>
        <pc:spChg chg="add del mod">
          <ac:chgData name="현진 장" userId="3a4f4ab2d25ec815" providerId="LiveId" clId="{915EA1A6-F264-4808-9BE2-98CB25AECFB7}" dt="2026-06-01T07:28:05.888" v="2256" actId="478"/>
          <ac:spMkLst>
            <pc:docMk/>
            <pc:sldMk cId="3770286515" sldId="322"/>
            <ac:spMk id="13" creationId="{19B9C8AC-C06D-AD2A-5549-CF41CBE84BC5}"/>
          </ac:spMkLst>
        </pc:spChg>
        <pc:spChg chg="add del mod">
          <ac:chgData name="현진 장" userId="3a4f4ab2d25ec815" providerId="LiveId" clId="{915EA1A6-F264-4808-9BE2-98CB25AECFB7}" dt="2026-06-01T07:28:06.312" v="2257" actId="478"/>
          <ac:spMkLst>
            <pc:docMk/>
            <pc:sldMk cId="3770286515" sldId="322"/>
            <ac:spMk id="14" creationId="{ECEC6737-01BB-6A97-058D-4220D01F8AD5}"/>
          </ac:spMkLst>
        </pc:spChg>
        <pc:spChg chg="add mod">
          <ac:chgData name="현진 장" userId="3a4f4ab2d25ec815" providerId="LiveId" clId="{915EA1A6-F264-4808-9BE2-98CB25AECFB7}" dt="2026-06-01T07:27:28.317" v="2192" actId="1076"/>
          <ac:spMkLst>
            <pc:docMk/>
            <pc:sldMk cId="3770286515" sldId="322"/>
            <ac:spMk id="15" creationId="{60B39E4B-FEC9-2646-E781-B9F6E14D91C1}"/>
          </ac:spMkLst>
        </pc:spChg>
        <pc:spChg chg="add del mod">
          <ac:chgData name="현진 장" userId="3a4f4ab2d25ec815" providerId="LiveId" clId="{915EA1A6-F264-4808-9BE2-98CB25AECFB7}" dt="2026-06-01T07:17:56.127" v="2145" actId="478"/>
          <ac:spMkLst>
            <pc:docMk/>
            <pc:sldMk cId="3770286515" sldId="322"/>
            <ac:spMk id="16" creationId="{5959EC71-880B-1A32-520C-521E6487BA2D}"/>
          </ac:spMkLst>
        </pc:spChg>
        <pc:spChg chg="add mod">
          <ac:chgData name="현진 장" userId="3a4f4ab2d25ec815" providerId="LiveId" clId="{915EA1A6-F264-4808-9BE2-98CB25AECFB7}" dt="2026-06-01T07:27:28.317" v="2192" actId="1076"/>
          <ac:spMkLst>
            <pc:docMk/>
            <pc:sldMk cId="3770286515" sldId="322"/>
            <ac:spMk id="17" creationId="{9202F571-CCFB-410A-E353-68865091D7E6}"/>
          </ac:spMkLst>
        </pc:spChg>
        <pc:spChg chg="add mod">
          <ac:chgData name="현진 장" userId="3a4f4ab2d25ec815" providerId="LiveId" clId="{915EA1A6-F264-4808-9BE2-98CB25AECFB7}" dt="2026-06-01T07:17:59.743" v="2148"/>
          <ac:spMkLst>
            <pc:docMk/>
            <pc:sldMk cId="3770286515" sldId="322"/>
            <ac:spMk id="18" creationId="{2874514B-716F-8CCB-33C8-BBCF09AE958A}"/>
          </ac:spMkLst>
        </pc:spChg>
        <pc:spChg chg="add mod">
          <ac:chgData name="현진 장" userId="3a4f4ab2d25ec815" providerId="LiveId" clId="{915EA1A6-F264-4808-9BE2-98CB25AECFB7}" dt="2026-06-01T07:27:28.317" v="2192" actId="1076"/>
          <ac:spMkLst>
            <pc:docMk/>
            <pc:sldMk cId="3770286515" sldId="322"/>
            <ac:spMk id="20" creationId="{2C6651AF-DE3F-BA9C-7335-2CB5F9743A83}"/>
          </ac:spMkLst>
        </pc:spChg>
        <pc:spChg chg="add mod">
          <ac:chgData name="현진 장" userId="3a4f4ab2d25ec815" providerId="LiveId" clId="{915EA1A6-F264-4808-9BE2-98CB25AECFB7}" dt="2026-06-01T07:27:28.317" v="2192" actId="1076"/>
          <ac:spMkLst>
            <pc:docMk/>
            <pc:sldMk cId="3770286515" sldId="322"/>
            <ac:spMk id="21" creationId="{2F7F3D02-6003-7E1D-CF3C-D87B06B707ED}"/>
          </ac:spMkLst>
        </pc:spChg>
        <pc:spChg chg="add mod">
          <ac:chgData name="현진 장" userId="3a4f4ab2d25ec815" providerId="LiveId" clId="{915EA1A6-F264-4808-9BE2-98CB25AECFB7}" dt="2026-06-01T09:10:22.031" v="2463" actId="2711"/>
          <ac:spMkLst>
            <pc:docMk/>
            <pc:sldMk cId="3770286515" sldId="322"/>
            <ac:spMk id="24" creationId="{8AE18740-7A4D-C8BD-4D10-A0175CFAF0F8}"/>
          </ac:spMkLst>
        </pc:spChg>
        <pc:spChg chg="add mod">
          <ac:chgData name="현진 장" userId="3a4f4ab2d25ec815" providerId="LiveId" clId="{915EA1A6-F264-4808-9BE2-98CB25AECFB7}" dt="2026-06-01T07:27:58.779" v="2254" actId="14100"/>
          <ac:spMkLst>
            <pc:docMk/>
            <pc:sldMk cId="3770286515" sldId="322"/>
            <ac:spMk id="25" creationId="{354FDB37-5995-9E6A-8503-128649343A3C}"/>
          </ac:spMkLst>
        </pc:spChg>
        <pc:spChg chg="add mod">
          <ac:chgData name="현진 장" userId="3a4f4ab2d25ec815" providerId="LiveId" clId="{915EA1A6-F264-4808-9BE2-98CB25AECFB7}" dt="2026-06-01T07:28:10.613" v="2259" actId="1076"/>
          <ac:spMkLst>
            <pc:docMk/>
            <pc:sldMk cId="3770286515" sldId="322"/>
            <ac:spMk id="26" creationId="{B07D2F2E-3BC5-6288-7175-D3DBDA38D73D}"/>
          </ac:spMkLst>
        </pc:spChg>
        <pc:spChg chg="add mod">
          <ac:chgData name="현진 장" userId="3a4f4ab2d25ec815" providerId="LiveId" clId="{915EA1A6-F264-4808-9BE2-98CB25AECFB7}" dt="2026-06-01T07:28:14.108" v="2261" actId="1076"/>
          <ac:spMkLst>
            <pc:docMk/>
            <pc:sldMk cId="3770286515" sldId="322"/>
            <ac:spMk id="27" creationId="{9A664911-8433-7B9A-4F5C-D8AB22EBBD17}"/>
          </ac:spMkLst>
        </pc:spChg>
        <pc:picChg chg="add mod">
          <ac:chgData name="현진 장" userId="3a4f4ab2d25ec815" providerId="LiveId" clId="{915EA1A6-F264-4808-9BE2-98CB25AECFB7}" dt="2026-06-01T07:27:49.669" v="2251" actId="14100"/>
          <ac:picMkLst>
            <pc:docMk/>
            <pc:sldMk cId="3770286515" sldId="322"/>
            <ac:picMk id="23" creationId="{A15576E8-0DF6-0605-8683-B00881BE515C}"/>
          </ac:picMkLst>
        </pc:picChg>
        <pc:cxnChg chg="add del">
          <ac:chgData name="현진 장" userId="3a4f4ab2d25ec815" providerId="LiveId" clId="{915EA1A6-F264-4808-9BE2-98CB25AECFB7}" dt="2026-06-01T07:16:55.970" v="2127" actId="478"/>
          <ac:cxnSpMkLst>
            <pc:docMk/>
            <pc:sldMk cId="3770286515" sldId="322"/>
            <ac:cxnSpMk id="11" creationId="{CABA5535-96D0-594E-8AB2-EE5B548A8EB3}"/>
          </ac:cxnSpMkLst>
        </pc:cxnChg>
      </pc:sldChg>
      <pc:sldChg chg="addSp delSp modSp add mod">
        <pc:chgData name="현진 장" userId="3a4f4ab2d25ec815" providerId="LiveId" clId="{915EA1A6-F264-4808-9BE2-98CB25AECFB7}" dt="2026-06-01T09:23:09.591" v="2600" actId="20577"/>
        <pc:sldMkLst>
          <pc:docMk/>
          <pc:sldMk cId="814157665" sldId="323"/>
        </pc:sldMkLst>
        <pc:spChg chg="mod">
          <ac:chgData name="현진 장" userId="3a4f4ab2d25ec815" providerId="LiveId" clId="{915EA1A6-F264-4808-9BE2-98CB25AECFB7}" dt="2026-06-01T09:22:17.098" v="2522" actId="20577"/>
          <ac:spMkLst>
            <pc:docMk/>
            <pc:sldMk cId="814157665" sldId="323"/>
            <ac:spMk id="4" creationId="{0B2404EC-8052-AA46-16A9-710EEC1ED692}"/>
          </ac:spMkLst>
        </pc:spChg>
        <pc:spChg chg="del">
          <ac:chgData name="현진 장" userId="3a4f4ab2d25ec815" providerId="LiveId" clId="{915EA1A6-F264-4808-9BE2-98CB25AECFB7}" dt="2026-06-01T09:22:18.771" v="2523" actId="478"/>
          <ac:spMkLst>
            <pc:docMk/>
            <pc:sldMk cId="814157665" sldId="323"/>
            <ac:spMk id="5" creationId="{C8306DE9-835E-315E-B920-4C720B0A7ABD}"/>
          </ac:spMkLst>
        </pc:spChg>
        <pc:spChg chg="add mod">
          <ac:chgData name="현진 장" userId="3a4f4ab2d25ec815" providerId="LiveId" clId="{915EA1A6-F264-4808-9BE2-98CB25AECFB7}" dt="2026-06-01T09:23:09.591" v="2600" actId="20577"/>
          <ac:spMkLst>
            <pc:docMk/>
            <pc:sldMk cId="814157665" sldId="323"/>
            <ac:spMk id="6" creationId="{55078E21-C32B-4311-5C10-C61062443A84}"/>
          </ac:spMkLst>
        </pc:spChg>
        <pc:spChg chg="mod">
          <ac:chgData name="현진 장" userId="3a4f4ab2d25ec815" providerId="LiveId" clId="{915EA1A6-F264-4808-9BE2-98CB25AECFB7}" dt="2026-06-01T09:22:55.638" v="2561" actId="21"/>
          <ac:spMkLst>
            <pc:docMk/>
            <pc:sldMk cId="814157665" sldId="323"/>
            <ac:spMk id="7" creationId="{DADEB9FC-F695-08BE-FE2E-BD2335C24F54}"/>
          </ac:spMkLst>
        </pc:spChg>
        <pc:picChg chg="del">
          <ac:chgData name="현진 장" userId="3a4f4ab2d25ec815" providerId="LiveId" clId="{915EA1A6-F264-4808-9BE2-98CB25AECFB7}" dt="2026-06-01T09:22:11.276" v="2497" actId="478"/>
          <ac:picMkLst>
            <pc:docMk/>
            <pc:sldMk cId="814157665" sldId="323"/>
            <ac:picMk id="3" creationId="{81E8F20E-EA85-80CE-C8D2-BB2B714FF234}"/>
          </ac:picMkLst>
        </pc:picChg>
      </pc:sldChg>
      <pc:sldChg chg="new del">
        <pc:chgData name="현진 장" userId="3a4f4ab2d25ec815" providerId="LiveId" clId="{915EA1A6-F264-4808-9BE2-98CB25AECFB7}" dt="2026-06-01T09:08:27.765" v="2299" actId="47"/>
        <pc:sldMkLst>
          <pc:docMk/>
          <pc:sldMk cId="2175979876" sldId="3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59D75-BD07-4FB8-BC11-3B3DD9187BD7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2F229-4BB6-46A1-BA81-EF22ECA41B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647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FE612-B522-3457-C1F6-6F5B52AA8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17D3A3-E46F-F428-C40F-A873F61F7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82CED4-37FA-9444-5F0D-A9FBFBAF5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755AF9-CCDF-21B9-B5A1-EC6B64CE4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816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1C4A7-D29F-25EC-6192-16BF82948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71196A-B3BB-AE43-8114-5F18A8DD1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77354B-592E-BEA6-7B95-B3E2C0968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F199C0-26E5-01DC-9445-951120F6E6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788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A7227-D1B0-BAB5-4321-D2276A2CD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9ABC43-CD14-0E5F-E05B-2A7268A2D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49CF71-52E6-41C7-3940-168679ABE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3A5EF7-E2F0-03FC-94BE-4210A52BF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073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257A5-7074-3804-211F-75FB41696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BE64DD-54FB-8EEF-EB23-FD5D33589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51762E-7C1D-27DE-9D6B-F9FE847AA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5C74E8-3D32-AACE-3B44-46FBD4A2A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421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330E7-EDF2-7FE2-27AB-CD6716EF5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C5DE8E-0D5B-69EA-D38D-7277DEAFF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9C324A-60FA-C171-31C2-EC058341A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CB9C4C-FC5D-8EF3-9ABF-67A3CE457B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641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2B253-CEA8-5CBA-BA41-CD23D7F74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5EF854-5F41-E5CA-3C5D-C4F7C062C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38E109-687B-325A-5EE1-4596DB30B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2A3BB1-D05D-D298-7E9A-BB75C6702A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547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F2733-B388-CFD5-90A9-C3CC9CB15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62E14B-C6FF-EB19-6433-24CF38F1A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9B73D7-205D-D91D-47AB-B6C06795F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072607-C644-4954-674D-FFC4A8D63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3384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2E783-40A7-654A-24E8-BAC2EB055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C49557-8360-4E31-F477-396E78138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C9B163-3D2A-6B87-33CA-8485A0939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EA5327-88A2-5308-9607-CAC0B8233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445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72B96-46AA-8CA2-5CE8-96F692E21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9A115B-2679-B3BA-6E6D-6D7EF837B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9C8995-83CC-D7F2-62B4-FC3CD88F3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21CA23-7703-921E-AE9C-CED3D5CA9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9923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1E0B6-659D-6B58-FCB3-7A02C4E93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7EA4AA-51E3-52C9-407E-14DEB9A5C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CDDF76-75C7-8F5E-183A-333E0BE47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49AD78-2AA6-5166-3E5F-753D667365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2832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9FAE4-6A0F-3787-D0E7-EFF7F6BB7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A9ECEC-5B81-0AE5-52EC-6B0A69183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71B46D-B1CA-6601-51F4-418622D49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56A29D-F186-53FB-7B01-E9B1FDD77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9289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8CD75-5482-DD12-614E-2D0150088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715FAC-0372-EDCF-0143-F60203975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55EAE1-F05B-F238-366E-BDB4619C9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A0103E-60BA-36A2-F828-F4BCC80B9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7069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0F8BF-34D7-D0BB-26E9-80A85EC67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033BA2-775D-D8A8-2554-59CE24583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EA7208-F9AE-6B5F-4F96-F73E4EAD9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3F4AE5-24C3-9269-B83E-480ED07AC7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8078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34529-949A-8CE7-2E55-C961246F4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410229-8EE9-E033-7E79-2DA26D4B1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974B39-BC98-E408-B15D-0C970F3D7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B6E2C5-B6F1-BFD1-EF5B-EA6D773EE4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9621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DC57E-65E9-9A49-8E4A-AB2624CC2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8E05CC-E4DF-763C-1E6B-29937A451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AC203F-7366-72C3-E158-AACDB26C0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B35052-AF55-12B1-B4AC-4F165019EB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6545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924C5-A0BD-3D54-3B44-554CAF286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2B328F-7F56-BDE2-36E5-9D5A508DD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9D2DCC-66FF-C096-6E16-ABD061EB8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5BA37B-3A03-C964-07A6-E4FD1069F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38355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A4616-1183-344B-53FE-5BC39FA5E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160345-6B15-5D09-E620-1BA2B23581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682E85C-4925-4A92-5D6E-90DEB40ED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CFBFB8-828C-8674-1BD2-C30545B680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5503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E1BB6-90B6-FD67-86BF-CB85825EE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A24CE8-4E92-144B-2993-C046BBE1C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331E5D-E54C-2E02-11B2-68B9145DE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A914FF-4040-4893-6035-EC3B5D2C2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5537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2E931-34AD-3491-B93C-76856D0C8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8EB695-14A7-4D5F-134D-DF8AEC91C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98CF7C-17FD-6273-8A3A-0EC44E981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4AC7D2-92E9-1088-579B-14BBFF258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0360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0FB4B-F548-195C-2F15-CF0A4C6C4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2AA9EA-8F90-734E-2C12-846C4F2AA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00F12A-46BF-2E76-F3F0-85BCD151A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5E156A-2CA2-83CE-6349-B1E85939B5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2F229-4BB6-46A1-BA81-EF22ECA41B1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520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23170-7820-CE3E-8EEA-A4F3AEAA9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1663A8-1734-CEC7-FDD7-91C30BDF0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AA0A02-56F3-C6FA-C1C2-95D4DCF7A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9C6C65-7DB2-3EBA-C603-4E60FF900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46B7B-005F-960D-19F8-7D1451C2B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242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A9508B-DCCE-23A7-72CB-19481F9E7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5926F7-5B95-CAA7-70AD-C5B4FA31B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49465C-81C9-D9AB-A8AF-9E392B99B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74DE85-E3E3-A4AB-B6D1-D53F7F0CB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761EEE-7F56-4C4A-3CA7-D67B9E4E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705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31C464-1725-1E1D-250E-EA23D834F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215148-8938-B1A3-0E4B-560AF03A8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84FF3F-E095-1D94-7A3E-D1D77B906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0372FF-5946-304E-875D-77A8F75B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1ACEF2-E0BF-FE81-908D-49930FA5C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940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8DA0D-6F55-6463-4B52-60632696F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3876AD-C63E-6A95-841D-A4E836A4AC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C32C90-0D7C-389A-4A84-5496850E3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1328F2-30AB-62D6-4F5B-1C9028C9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CEEBB7-139D-E22A-900E-9BECC4C55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77352A-1089-7E28-8E29-0E05B7D8D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23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EE9F7-857E-57DB-E27D-19A5027E1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D29858-E9D0-847F-ED09-2C6B5BF50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580D15-6E5D-812A-AE7A-66901DDC7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5E81EC-3FAB-A9F5-F688-B7A9C8E14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6B6071-14D0-5CE9-F020-4372732EE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7835D98-B682-BD35-9462-ECF8C5095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3C692D5-1894-3AAC-8692-04B550F9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C003E06-4203-357E-AF68-9A49EDED9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75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B6132-B1A5-C838-DC1C-B564053F5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136526"/>
            <a:ext cx="12077700" cy="787400"/>
          </a:xfrm>
        </p:spPr>
        <p:txBody>
          <a:bodyPr/>
          <a:lstStyle>
            <a:lvl1pPr>
              <a:defRPr sz="3000"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2AA190F-3058-EB99-EB76-028D31CCC98A}"/>
              </a:ext>
            </a:extLst>
          </p:cNvPr>
          <p:cNvCxnSpPr>
            <a:cxnSpLocks/>
          </p:cNvCxnSpPr>
          <p:nvPr userDrawn="1"/>
        </p:nvCxnSpPr>
        <p:spPr>
          <a:xfrm>
            <a:off x="0" y="990601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828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62E3BA-084A-A633-9B07-C36DA903E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F7633AC-AF36-09F5-98ED-E86BFA5E9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39B33-6CAC-1E29-48C6-CB0F782C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55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B9A3B6-8D6A-E44E-741E-04B1E0502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34ED56-DC26-0547-F677-B4AD6D91B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D30AC9-668F-626E-594C-A7DAB8BB36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A3CFA0-EB4E-4716-A0DC-8071C4B9A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33796D-A9D5-5B66-ABBA-62801463D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45ED63-83C0-648A-1BD6-A16532412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986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22B6B3-4D0F-153B-B06A-ACCA4EFE4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28483D7-FFEB-468F-059F-B8D2C6386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0D028D-E845-03C9-0651-4F8355FB9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332836-3257-1130-3462-1DFA6CF7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9A2D61-456B-5C8F-2929-B9ECFD79D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D884D8-FA96-3D9B-2605-1083F1D57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729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DA5579-68B7-FC52-D59E-A11DC084B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6F1DABF-648B-4C45-986C-18BAF824F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B41B14-8142-1E2B-3FC2-0470CBFC2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3D06D5-4992-F54C-B5EB-DF9BCFDD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34D523-A7DE-7563-FD74-9746908B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903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9D596F-E995-E8E5-6967-9D0C133AA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FE5307-2A3E-BC69-9015-0B3AF7ED7C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38344A-4B67-BF85-BA1E-72A22162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E53C8-F469-456B-8486-58482F0EB198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8C95E1-8269-4A91-2DC7-8C1F439CE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48F9ED-5705-F8E4-BE5D-3984EC21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786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21E1C0C-3148-5E91-0D67-4532682C5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B3E932-71D0-DAD8-68D7-F003A862D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254EEC-E828-7B16-1967-AB5043BE1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E53C8-F469-456B-8486-58482F0EB198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5C0796-4E8E-F80F-DFDD-176B5ACA1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203FC2-C9C4-FDFC-6AE6-C537BF0A1F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C0C0F3-65B9-4DDD-908B-692686B36D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158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4ewoypgqP4&amp;t=778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4ewoypgqP4&amp;t=778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npe-career-path-cifdr5i.gamma.site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snpe-master-course-2wddd46.gamma.site/" TargetMode="External"/><Relationship Id="rId5" Type="http://schemas.openxmlformats.org/officeDocument/2006/relationships/hyperlink" Target="https://snpe-level3-hw1sahx.gamma.site/" TargetMode="External"/><Relationship Id="rId4" Type="http://schemas.openxmlformats.org/officeDocument/2006/relationships/hyperlink" Target="https://snpe-level2-192934i.gamma.site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29FB8-85CF-5647-9DD9-267C30D9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72AE0AE-AC3D-5414-4670-304232C9A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홈</a:t>
            </a:r>
            <a:r>
              <a:rPr lang="en-US" altLang="ko-KR" dirty="0"/>
              <a:t>	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6A3844D-8806-F586-FA71-0347B5C92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26" y="1040186"/>
            <a:ext cx="8315386" cy="419103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50C6C86-31CF-23F7-B290-6E45A8980C85}"/>
              </a:ext>
            </a:extLst>
          </p:cNvPr>
          <p:cNvSpPr/>
          <p:nvPr/>
        </p:nvSpPr>
        <p:spPr>
          <a:xfrm>
            <a:off x="733997" y="3441674"/>
            <a:ext cx="7265964" cy="9284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1C1199-42AA-263D-BB12-080F1A34B265}"/>
              </a:ext>
            </a:extLst>
          </p:cNvPr>
          <p:cNvSpPr txBox="1"/>
          <p:nvPr/>
        </p:nvSpPr>
        <p:spPr>
          <a:xfrm>
            <a:off x="8810686" y="2013082"/>
            <a:ext cx="3156788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주소체크 필요</a:t>
            </a:r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b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강남본원</a:t>
            </a:r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서울시 강남구 </a:t>
            </a:r>
            <a:r>
              <a:rPr lang="ko-KR" altLang="en-US" sz="1300" b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선릉로</a:t>
            </a:r>
            <a:r>
              <a:rPr lang="ko-KR" altLang="en-US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823, 3</a:t>
            </a:r>
            <a:r>
              <a:rPr lang="ko-KR" altLang="en-US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층</a:t>
            </a:r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대치본점</a:t>
            </a:r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서울시 강남구 </a:t>
            </a:r>
            <a:r>
              <a:rPr lang="ko-KR" altLang="en-US" sz="1300" b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선릉로</a:t>
            </a:r>
            <a:r>
              <a:rPr lang="ko-KR" altLang="en-US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324, 5</a:t>
            </a:r>
            <a:r>
              <a:rPr lang="ko-KR" altLang="en-US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층</a:t>
            </a:r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잠실본점</a:t>
            </a:r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서울시 송파구 석촌호수로 </a:t>
            </a:r>
            <a:r>
              <a:rPr lang="en-US" altLang="ko-KR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94, 6</a:t>
            </a:r>
            <a:r>
              <a:rPr lang="ko-KR" altLang="en-US" sz="13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층</a:t>
            </a:r>
            <a:endParaRPr lang="en-US" altLang="ko-KR" sz="13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ko-KR" altLang="ko-KR" sz="13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423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AC99E-BF77-4F9F-011F-9287D246C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B2404EC-8052-AA46-16A9-710EEC1ED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SNPE</a:t>
            </a:r>
            <a:r>
              <a:rPr lang="ko-KR" altLang="en-US" dirty="0"/>
              <a:t>란</a:t>
            </a:r>
            <a:r>
              <a:rPr lang="en-US" altLang="ko-KR" dirty="0"/>
              <a:t>? 	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EB9FC-F695-08BE-FE2E-BD2335C24F54}"/>
              </a:ext>
            </a:extLst>
          </p:cNvPr>
          <p:cNvSpPr txBox="1"/>
          <p:nvPr/>
        </p:nvSpPr>
        <p:spPr>
          <a:xfrm>
            <a:off x="256101" y="1807190"/>
            <a:ext cx="119358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0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ko-KR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Mission</a:t>
            </a:r>
            <a:b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b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인간 스스로 몸을 회복할 수 있도록 돕는다.</a:t>
            </a:r>
            <a:b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b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현대인의 삶은 장시간 앉아 있는 생활, 스마트폰과 컴퓨터 사용, 운동 부족, 그리고 노화로 인해 신체의 균형을 잃어가고 있습니다.</a:t>
            </a:r>
            <a:b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ko-KR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SNPE는</a:t>
            </a:r>
            <a: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과학적 기반의 운동법과 도구, 교육 시스템을 통해 사람들이 스스로 바른 자세와 건강한 움직임을 회복하고, 잃어버린 신체 기능과 균형을 되찾을 수 있도록 </a:t>
            </a:r>
            <a:r>
              <a:rPr lang="ko-KR" altLang="ko-KR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돕습니다</a:t>
            </a:r>
            <a: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b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우리는 인간이 본래 가지고 있는 </a:t>
            </a:r>
            <a:r>
              <a:rPr lang="ko-KR" altLang="ko-KR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자가회복력</a:t>
            </a:r>
            <a: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ko-KR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Self</a:t>
            </a:r>
            <a: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Recovery</a:t>
            </a:r>
            <a: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)을 깨워, 누구나 건강하고 아름다운 삶을 살아갈 수 있는 방법을 제시하는 것을 사명으로 합니다.</a:t>
            </a:r>
            <a:b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b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b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b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ko-KR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Vision</a:t>
            </a:r>
            <a:b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b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인류의 자가회복 문화를 선도하는 Global </a:t>
            </a:r>
            <a:r>
              <a:rPr lang="ko-KR" altLang="ko-KR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Human</a:t>
            </a:r>
            <a: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Recovery</a:t>
            </a:r>
            <a: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Brand</a:t>
            </a:r>
            <a:b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b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ko-KR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SNPE는</a:t>
            </a:r>
            <a: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단순히 운동법과 도구를 제공하는 브랜드를 넘어, 누구나 자신의 몸을 이해하고 스스로 건강을 관리할 수 있는 자가회복 문화를 만들어갑니다.</a:t>
            </a:r>
            <a:b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우리는 과학적 연구와 교육, 혁신적인 솔루션을 통해 인간 본연의 건강과 균형을 회복하도록 돕고, 더 건강한 개인과 공동체, 그리고 사회를 만들어가는 글로벌 </a:t>
            </a:r>
            <a:r>
              <a:rPr lang="ko-KR" altLang="ko-KR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Human</a:t>
            </a:r>
            <a: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Recovery</a:t>
            </a:r>
            <a: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Brand로</a:t>
            </a:r>
            <a: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성장하고자 합니다.</a:t>
            </a:r>
            <a:b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 세계인의 건강하고 아름다운 삶에 기여하는 것이 </a:t>
            </a:r>
            <a:r>
              <a:rPr lang="ko-KR" altLang="ko-KR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SNPE가</a:t>
            </a:r>
            <a: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지향하는 미래입니다.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78E21-C32B-4311-5C10-C61062443A84}"/>
              </a:ext>
            </a:extLst>
          </p:cNvPr>
          <p:cNvSpPr txBox="1"/>
          <p:nvPr/>
        </p:nvSpPr>
        <p:spPr>
          <a:xfrm>
            <a:off x="379928" y="1273866"/>
            <a:ext cx="611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SNPE</a:t>
            </a:r>
            <a:r>
              <a:rPr lang="ko-KR" altLang="en-US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란</a:t>
            </a:r>
            <a:r>
              <a:rPr lang="en-US" altLang="ko-KR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? </a:t>
            </a:r>
            <a:r>
              <a:rPr lang="ko-KR" altLang="en-US" b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맨</a:t>
            </a:r>
            <a:r>
              <a:rPr lang="ko-KR" altLang="en-US" sz="1800" b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8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아래 내용 추가</a:t>
            </a:r>
            <a:endParaRPr lang="en-US" altLang="ko-KR" sz="18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4157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F8DDB-C21C-C1CE-FEAF-FCF446065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39E4B54-4714-064D-45A3-EAEB0CFB0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SNPE </a:t>
            </a:r>
            <a:r>
              <a:rPr lang="ko-KR" altLang="en-US" dirty="0"/>
              <a:t>소개 </a:t>
            </a:r>
            <a:r>
              <a:rPr lang="en-US" altLang="ko-KR" dirty="0"/>
              <a:t>– </a:t>
            </a:r>
            <a:r>
              <a:rPr lang="ko-KR" altLang="en-US" dirty="0"/>
              <a:t>철학과 핵심원리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1DFCB5-8A61-3208-FC2D-027A72F90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33" y="1582720"/>
            <a:ext cx="7953433" cy="48482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5567CC-212B-0ACA-9005-A389E2109781}"/>
              </a:ext>
            </a:extLst>
          </p:cNvPr>
          <p:cNvSpPr txBox="1"/>
          <p:nvPr/>
        </p:nvSpPr>
        <p:spPr>
          <a:xfrm>
            <a:off x="8334436" y="2006732"/>
            <a:ext cx="31567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01</a:t>
            </a:r>
          </a:p>
          <a:p>
            <a:r>
              <a:rPr lang="ko-KR" altLang="ko-KR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Natural</a:t>
            </a:r>
            <a: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Posture</a:t>
            </a:r>
            <a:b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인간 본연의 정렬을 회복하다</a:t>
            </a:r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ko-KR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ko-KR" sz="1400" dirty="0" err="1"/>
              <a:t>SNPE는</a:t>
            </a:r>
            <a:r>
              <a:rPr lang="ko-KR" altLang="ko-KR" sz="1400" dirty="0"/>
              <a:t> 인체가 본래 지녀야 할 자연스러운 정렬 상태, 즉 NP(</a:t>
            </a:r>
            <a:r>
              <a:rPr lang="ko-KR" altLang="ko-KR" sz="1400" dirty="0" err="1"/>
              <a:t>Natural</a:t>
            </a:r>
            <a:r>
              <a:rPr lang="ko-KR" altLang="ko-KR" sz="1400" dirty="0"/>
              <a:t> </a:t>
            </a:r>
            <a:r>
              <a:rPr lang="ko-KR" altLang="ko-KR" sz="1400" dirty="0" err="1"/>
              <a:t>Posture</a:t>
            </a:r>
            <a:r>
              <a:rPr lang="ko-KR" altLang="ko-KR" sz="1400" dirty="0"/>
              <a:t>)</a:t>
            </a:r>
            <a:r>
              <a:rPr lang="ko-KR" altLang="ko-KR" sz="1400" dirty="0" err="1"/>
              <a:t>를</a:t>
            </a:r>
            <a:r>
              <a:rPr lang="ko-KR" altLang="ko-KR" sz="1400" dirty="0"/>
              <a:t> 모든 움직임의 기준으로 삼습니다. 바른 정렬은 단순히 자세를 바로잡는 것에 그치지 않고, 몸의 각 관절과 근육이 가장 효율적으로 기능할 수 있는 출발점이 됩니다. 우리는 특정 자세를 강요하는 대신, 몸이 스스로 균형 잡힌 정렬을 찾아갈 수 있도록 인체 본연의 움직임 패턴을 회복하는 데 집중합니다.</a:t>
            </a:r>
            <a:endParaRPr lang="en-US" altLang="ko-KR" sz="1400" dirty="0"/>
          </a:p>
          <a:p>
            <a:endParaRPr lang="ko-KR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"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Natural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Posture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is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not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forced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It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is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restored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through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movement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."</a:t>
            </a:r>
            <a:endParaRPr lang="ko-KR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7710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A332B-B73F-903D-6D64-F3D46D5E8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ADF7EF69-0D8D-CB66-8E9B-DD21C4339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SNPE </a:t>
            </a:r>
            <a:r>
              <a:rPr lang="ko-KR" altLang="en-US" dirty="0"/>
              <a:t>소개 </a:t>
            </a:r>
            <a:r>
              <a:rPr lang="en-US" altLang="ko-KR" dirty="0"/>
              <a:t>– </a:t>
            </a:r>
            <a:r>
              <a:rPr lang="ko-KR" altLang="en-US" dirty="0"/>
              <a:t>철학과 핵심원리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9E1A1C-1A81-07D8-ACCE-ADA6A2109B7D}"/>
              </a:ext>
            </a:extLst>
          </p:cNvPr>
          <p:cNvSpPr txBox="1"/>
          <p:nvPr/>
        </p:nvSpPr>
        <p:spPr>
          <a:xfrm>
            <a:off x="406761" y="1932197"/>
            <a:ext cx="315678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02</a:t>
            </a:r>
          </a:p>
          <a:p>
            <a:r>
              <a:rPr lang="ko-KR" altLang="ko-KR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Mobility</a:t>
            </a:r>
            <a: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&amp; </a:t>
            </a:r>
            <a:r>
              <a:rPr lang="ko-KR" altLang="ko-KR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Balance</a:t>
            </a:r>
            <a:b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움직임과 균형을 회복하다</a:t>
            </a:r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ko-KR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ko-KR" sz="1400" dirty="0"/>
              <a:t>잘못된 자세와 반복된 일상은 근육과 </a:t>
            </a:r>
            <a:r>
              <a:rPr lang="ko-KR" altLang="ko-KR" sz="1400" dirty="0" err="1"/>
              <a:t>근막을</a:t>
            </a:r>
            <a:r>
              <a:rPr lang="ko-KR" altLang="ko-KR" sz="1400" dirty="0"/>
              <a:t> </a:t>
            </a:r>
            <a:r>
              <a:rPr lang="ko-KR" altLang="ko-KR" sz="1400" dirty="0" err="1"/>
              <a:t>경직시켜</a:t>
            </a:r>
            <a:r>
              <a:rPr lang="ko-KR" altLang="ko-KR" sz="1400" dirty="0"/>
              <a:t> 움직임의 범위를 제한합니다. </a:t>
            </a:r>
            <a:r>
              <a:rPr lang="ko-KR" altLang="ko-KR" sz="1400" dirty="0" err="1"/>
              <a:t>SNPE는</a:t>
            </a:r>
            <a:r>
              <a:rPr lang="ko-KR" altLang="ko-KR" sz="1400" dirty="0"/>
              <a:t> </a:t>
            </a:r>
            <a:r>
              <a:rPr lang="ko-KR" altLang="ko-KR" sz="1400" dirty="0" err="1"/>
              <a:t>밴드·벨트·도구</a:t>
            </a:r>
            <a:r>
              <a:rPr lang="ko-KR" altLang="ko-KR" sz="1400" dirty="0"/>
              <a:t> 시스템을 활용하여 굳어진 신체 조직을 스스로 이완하고, 관절이 가진 본래의 가동 범위를 회복하도록 </a:t>
            </a:r>
            <a:r>
              <a:rPr lang="ko-KR" altLang="ko-KR" sz="1400" dirty="0" err="1"/>
              <a:t>돕습니다</a:t>
            </a:r>
            <a:r>
              <a:rPr lang="ko-KR" altLang="ko-KR" sz="1400" dirty="0"/>
              <a:t>. 특히 좌우 불균형을 스스로 인지하고 해소하는 과정을 통해, 몸이 보다 자연스럽고 안정적인 움직임을 선택할 수 있는 환경을 조성합니다.</a:t>
            </a:r>
            <a:endParaRPr lang="en-US" altLang="ko-KR" sz="1400" dirty="0"/>
          </a:p>
          <a:p>
            <a:endParaRPr lang="ko-KR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"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Restore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mobility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Restore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balance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."</a:t>
            </a:r>
            <a:endParaRPr lang="ko-KR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3AC3AB0-DBD7-6EFA-60BD-65ECBDFE4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465" y="2108188"/>
            <a:ext cx="7400979" cy="312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68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A2206-8CC5-DEC9-CB4C-B0FCEA156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32E0084-45C1-0EB7-9F10-36F407F1F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SNPE </a:t>
            </a:r>
            <a:r>
              <a:rPr lang="ko-KR" altLang="en-US" dirty="0"/>
              <a:t>소개 </a:t>
            </a:r>
            <a:r>
              <a:rPr lang="en-US" altLang="ko-KR" dirty="0"/>
              <a:t>– </a:t>
            </a:r>
            <a:r>
              <a:rPr lang="ko-KR" altLang="en-US" dirty="0"/>
              <a:t>철학과 핵심원리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EC65BC-EDAC-914C-176F-280405865068}"/>
              </a:ext>
            </a:extLst>
          </p:cNvPr>
          <p:cNvSpPr txBox="1"/>
          <p:nvPr/>
        </p:nvSpPr>
        <p:spPr>
          <a:xfrm>
            <a:off x="8334436" y="2006732"/>
            <a:ext cx="31567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03</a:t>
            </a:r>
          </a:p>
          <a:p>
            <a:r>
              <a:rPr lang="ko-KR" altLang="ko-KR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Core</a:t>
            </a:r>
            <a: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Stability</a:t>
            </a:r>
            <a:b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몸의 중심 안정성을 회복하다</a:t>
            </a:r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ko-KR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ko-KR" sz="1400" dirty="0"/>
              <a:t>움직임이 자유로워졌다면, 이제 그 움직임을 안정적으로 지지할 견고한 중심이 필요합니다. </a:t>
            </a:r>
            <a:r>
              <a:rPr lang="ko-KR" altLang="ko-KR" sz="1400" dirty="0" err="1"/>
              <a:t>SNPE가</a:t>
            </a:r>
            <a:r>
              <a:rPr lang="ko-KR" altLang="ko-KR" sz="1400" dirty="0"/>
              <a:t> 정의하는 코어(</a:t>
            </a:r>
            <a:r>
              <a:rPr lang="ko-KR" altLang="ko-KR" sz="1400" dirty="0" err="1"/>
              <a:t>Core</a:t>
            </a:r>
            <a:r>
              <a:rPr lang="ko-KR" altLang="ko-KR" sz="1400" dirty="0"/>
              <a:t>)는 단순한 복부 근육의 강화가 아닌, 몸 전체를 연결하는 '중심 </a:t>
            </a:r>
            <a:r>
              <a:rPr lang="ko-KR" altLang="ko-KR" sz="1400" dirty="0" err="1"/>
              <a:t>안정성'입니다</a:t>
            </a:r>
            <a:r>
              <a:rPr lang="ko-KR" altLang="ko-KR" sz="1400" dirty="0"/>
              <a:t>. 깊은 근육(</a:t>
            </a:r>
            <a:r>
              <a:rPr lang="ko-KR" altLang="ko-KR" sz="1400" dirty="0" err="1"/>
              <a:t>Deep</a:t>
            </a:r>
            <a:r>
              <a:rPr lang="ko-KR" altLang="ko-KR" sz="1400" dirty="0"/>
              <a:t> </a:t>
            </a:r>
            <a:r>
              <a:rPr lang="ko-KR" altLang="ko-KR" sz="1400" dirty="0" err="1"/>
              <a:t>Muscle</a:t>
            </a:r>
            <a:r>
              <a:rPr lang="ko-KR" altLang="ko-KR" sz="1400" dirty="0"/>
              <a:t>)의 활성화를 통해 바른 정렬 위에서 힘이 효율적으로 전달되도록 하며, 몸의 중심과 사지가 유기적으로 </a:t>
            </a:r>
            <a:r>
              <a:rPr lang="ko-KR" altLang="ko-KR" sz="1400" dirty="0" err="1"/>
              <a:t>협응할</a:t>
            </a:r>
            <a:r>
              <a:rPr lang="ko-KR" altLang="ko-KR" sz="1400" dirty="0"/>
              <a:t> 수 있도록 단계별로 </a:t>
            </a:r>
            <a:r>
              <a:rPr lang="ko-KR" altLang="ko-KR" sz="1400" dirty="0" err="1"/>
              <a:t>재학습합니다</a:t>
            </a:r>
            <a:r>
              <a:rPr lang="ko-KR" altLang="ko-KR" sz="1400" dirty="0"/>
              <a:t>.</a:t>
            </a:r>
            <a:endParaRPr lang="en-US" altLang="ko-KR" sz="1400" dirty="0"/>
          </a:p>
          <a:p>
            <a:endParaRPr lang="ko-KR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"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Restore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alignment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Reconnect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the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core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."</a:t>
            </a:r>
            <a:endParaRPr lang="ko-KR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BC278BF-B9E8-3149-3CE8-676D07FE0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21" y="1903369"/>
            <a:ext cx="7886758" cy="375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449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D708E-4702-E8FA-F575-8301EA187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32253E2-1FAE-DE83-D99A-86210423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SNPE </a:t>
            </a:r>
            <a:r>
              <a:rPr lang="ko-KR" altLang="en-US" dirty="0"/>
              <a:t>소개 </a:t>
            </a:r>
            <a:r>
              <a:rPr lang="en-US" altLang="ko-KR" dirty="0"/>
              <a:t>– </a:t>
            </a:r>
            <a:r>
              <a:rPr lang="ko-KR" altLang="en-US" dirty="0"/>
              <a:t>철학과 핵심원리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2B575B-C252-309D-1649-769D9ACBE309}"/>
              </a:ext>
            </a:extLst>
          </p:cNvPr>
          <p:cNvSpPr txBox="1"/>
          <p:nvPr/>
        </p:nvSpPr>
        <p:spPr>
          <a:xfrm>
            <a:off x="277364" y="1828453"/>
            <a:ext cx="31567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04</a:t>
            </a:r>
          </a:p>
          <a:p>
            <a:r>
              <a:rPr lang="ko-KR" altLang="ko-KR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Movement</a:t>
            </a:r>
            <a: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&amp; </a:t>
            </a:r>
            <a:r>
              <a:rPr lang="ko-KR" altLang="ko-KR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Repetition</a:t>
            </a:r>
            <a:b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바른 움직임은 반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복을 통해 </a:t>
            </a:r>
            <a: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완성된다</a:t>
            </a:r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ko-KR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ko-KR" sz="1400" dirty="0"/>
              <a:t>몸은 하루 한 시간의 운동보다 일상에서 반복하는 자세에 더 큰 영향을 받습니다. 잘못된 움직임이 반복으로 굳어졌듯, 바른 움직임 또한 일상 속 실천과 반복을 통해 몸에 학습되어야 합니다. </a:t>
            </a:r>
            <a:r>
              <a:rPr lang="ko-KR" altLang="ko-KR" sz="1400" dirty="0" err="1"/>
              <a:t>SNPE는</a:t>
            </a:r>
            <a:r>
              <a:rPr lang="ko-KR" altLang="ko-KR" sz="1400" dirty="0"/>
              <a:t> 걷기, 앉기, 서기, 호흡하기와 같은 일상적 움직임을 변화의 핵심으로 봅니다. 자신의 몸을 끊임없이 관찰하고 개선해 나가는 '지속 가능한 </a:t>
            </a:r>
            <a:r>
              <a:rPr lang="ko-KR" altLang="ko-KR" sz="1400" dirty="0" err="1"/>
              <a:t>회복'이</a:t>
            </a:r>
            <a:r>
              <a:rPr lang="ko-KR" altLang="ko-KR" sz="1400" dirty="0"/>
              <a:t> 바로 </a:t>
            </a:r>
            <a:r>
              <a:rPr lang="ko-KR" altLang="ko-KR" sz="1400" dirty="0" err="1"/>
              <a:t>SNPE가</a:t>
            </a:r>
            <a:r>
              <a:rPr lang="ko-KR" altLang="ko-KR" sz="1400" dirty="0"/>
              <a:t> 추구하는 궁극적인 가치입니다.</a:t>
            </a:r>
            <a:endParaRPr lang="en-US" altLang="ko-KR" sz="1400" dirty="0"/>
          </a:p>
          <a:p>
            <a:endParaRPr lang="ko-KR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"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Repetition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reshapes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ko-KR" sz="1400" i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movement</a:t>
            </a:r>
            <a:r>
              <a:rPr lang="ko-KR" altLang="ko-KR" sz="1400" i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."</a:t>
            </a:r>
            <a:endParaRPr lang="ko-KR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67BB217-718D-C30B-B706-0C8E1718E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293" y="1983252"/>
            <a:ext cx="7353354" cy="385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256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FAED0-F519-71F1-1F56-CC258DBA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FA6FBBC-A584-0503-8972-41D9D88A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SNPE </a:t>
            </a:r>
            <a:r>
              <a:rPr lang="ko-KR" altLang="en-US" dirty="0"/>
              <a:t>소개 </a:t>
            </a:r>
            <a:r>
              <a:rPr lang="en-US" altLang="ko-KR" dirty="0"/>
              <a:t>– SNPE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발전과정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388DA-6562-109D-78BD-AB38DEF15F8C}"/>
              </a:ext>
            </a:extLst>
          </p:cNvPr>
          <p:cNvSpPr txBox="1"/>
          <p:nvPr/>
        </p:nvSpPr>
        <p:spPr>
          <a:xfrm>
            <a:off x="6314938" y="1527551"/>
            <a:ext cx="426913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도구사진 사이즈 줄이고 </a:t>
            </a:r>
            <a:endParaRPr lang="en-US" altLang="ko-KR" sz="14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SNPE </a:t>
            </a:r>
            <a:r>
              <a:rPr lang="ko-KR" altLang="en-US" sz="1400" b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바른자세척추운동</a:t>
            </a:r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책 이미지 삽입</a:t>
            </a:r>
            <a:endParaRPr lang="en-US" altLang="ko-KR" sz="14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4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파일첨부</a:t>
            </a:r>
            <a:r>
              <a:rPr lang="en-US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 SNPE </a:t>
            </a:r>
            <a:r>
              <a:rPr lang="ko-KR" altLang="en-US" sz="1400" b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바른자세척추운동</a:t>
            </a:r>
            <a:r>
              <a:rPr lang="ko-KR" altLang="en-US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책 이미지</a:t>
            </a:r>
            <a:endParaRPr lang="en-US" altLang="ko-KR" sz="14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ko-KR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750AA9B-0349-8D7B-5B38-B47D23ECD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75" y="1553662"/>
            <a:ext cx="4697722" cy="483388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D974BF0-79F3-2FF9-341C-D3F4675581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718" y="2832499"/>
            <a:ext cx="3888975" cy="388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007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0E3B4-E80E-6F2C-48CA-E8B842404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E188D25-1588-2D51-451D-5A37AD519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SNPE </a:t>
            </a:r>
            <a:r>
              <a:rPr lang="ko-KR" altLang="en-US" dirty="0"/>
              <a:t>소개 </a:t>
            </a:r>
            <a:r>
              <a:rPr lang="en-US" altLang="ko-KR" dirty="0"/>
              <a:t>– SNPE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발전과정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881BF3-14A1-3C3E-D960-848DD19CB227}"/>
              </a:ext>
            </a:extLst>
          </p:cNvPr>
          <p:cNvSpPr txBox="1"/>
          <p:nvPr/>
        </p:nvSpPr>
        <p:spPr>
          <a:xfrm>
            <a:off x="6612444" y="3738113"/>
            <a:ext cx="42691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SNPE는</a:t>
            </a:r>
            <a: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정형화된 </a:t>
            </a:r>
            <a:r>
              <a:rPr lang="ko-KR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운동 브랜드를 넘어,</a:t>
            </a:r>
            <a: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움직임 과학과 기술을 연결합니다. 이를 통해 사람들이 스스로 자신의 몸을 이해하고 회복할 수 있도록 돕는 글로벌 움직임 시스템으로 발전합니다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F0F3A80-BC5B-5FA9-AAE4-4178D2C96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94" y="2562218"/>
            <a:ext cx="5419765" cy="173356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75FAB1F-7A23-FFC3-9425-489B55774615}"/>
              </a:ext>
            </a:extLst>
          </p:cNvPr>
          <p:cNvSpPr/>
          <p:nvPr/>
        </p:nvSpPr>
        <p:spPr>
          <a:xfrm>
            <a:off x="657199" y="3738113"/>
            <a:ext cx="5672554" cy="6147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708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108E3-C4F2-2679-1AAA-F946B945B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B01A14D-59F1-0AB3-E50D-C3CAE06C9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프로그램 </a:t>
            </a:r>
            <a:r>
              <a:rPr lang="en-US" altLang="ko-KR" dirty="0"/>
              <a:t>– </a:t>
            </a:r>
            <a:r>
              <a:rPr lang="ko-KR" altLang="en-US" dirty="0" err="1"/>
              <a:t>입문자</a:t>
            </a:r>
            <a:r>
              <a:rPr lang="ko-KR" altLang="en-US" dirty="0"/>
              <a:t> 가이드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602AB9-5C92-9A9F-3E1D-E3BC456823DB}"/>
              </a:ext>
            </a:extLst>
          </p:cNvPr>
          <p:cNvSpPr txBox="1"/>
          <p:nvPr/>
        </p:nvSpPr>
        <p:spPr>
          <a:xfrm>
            <a:off x="6721712" y="3818727"/>
            <a:ext cx="42691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SNPE는</a:t>
            </a:r>
            <a: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정형화된 </a:t>
            </a:r>
            <a:r>
              <a:rPr lang="ko-KR" altLang="ko-KR" sz="14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운동 브랜드를 넘어,</a:t>
            </a:r>
            <a:r>
              <a:rPr lang="ko-KR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움직임 과학과 기술을 연결합니다. 이를 통해 사람들이 스스로 자신의 몸을 이해하고 회복할 수 있도록 돕는 글로벌 움직임 시스템으로 발전합니다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BCA1063-04DC-87A6-0D52-7023315BF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94" y="2562218"/>
            <a:ext cx="5419765" cy="173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518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6B007-F07C-2319-4D31-DC9FBDE59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626A57C-7128-3E13-B425-30CE8DDE6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프로그램 </a:t>
            </a:r>
            <a:r>
              <a:rPr lang="en-US" altLang="ko-KR" dirty="0"/>
              <a:t>– </a:t>
            </a:r>
            <a:r>
              <a:rPr lang="ko-KR" altLang="en-US" dirty="0" err="1"/>
              <a:t>입문자</a:t>
            </a:r>
            <a:r>
              <a:rPr lang="ko-KR" altLang="en-US" dirty="0"/>
              <a:t> 가이드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51BC65-B976-409A-B1FC-0D402B8BBAFC}"/>
              </a:ext>
            </a:extLst>
          </p:cNvPr>
          <p:cNvSpPr txBox="1"/>
          <p:nvPr/>
        </p:nvSpPr>
        <p:spPr>
          <a:xfrm>
            <a:off x="6715961" y="3801474"/>
            <a:ext cx="42691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링크 수정 요청</a:t>
            </a:r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현재 </a:t>
            </a:r>
            <a:r>
              <a:rPr lang="ko-KR" altLang="en-US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풋밸런스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연결되어있어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번 동작으로 수정요청</a:t>
            </a:r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  <a:hlinkClick r:id="rId3"/>
            </a:endParaRPr>
          </a:p>
          <a:p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  <a:hlinkClick r:id="rId3"/>
            </a:endParaRPr>
          </a:p>
          <a:p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hlinkClick r:id="rId3"/>
              </a:rPr>
              <a:t>https://www.youtube.com/watch?v=J4ewoypgqP4&amp;t=778s</a:t>
            </a:r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98D73C-409C-25F7-03E0-3B78318EF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2308" y="2216985"/>
            <a:ext cx="5915068" cy="106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293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701AB-55AE-8DF4-4CF0-768D77BD4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8331AA2-7B6D-68CB-1E08-F28FAECAB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프로그램 </a:t>
            </a:r>
            <a:r>
              <a:rPr lang="en-US" altLang="ko-KR" dirty="0"/>
              <a:t>– </a:t>
            </a:r>
            <a:r>
              <a:rPr lang="ko-KR" altLang="en-US" dirty="0" err="1"/>
              <a:t>입문자</a:t>
            </a:r>
            <a:r>
              <a:rPr lang="ko-KR" altLang="en-US" dirty="0"/>
              <a:t> 가이드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54F253-F843-BF96-21DE-F052AB88B33C}"/>
              </a:ext>
            </a:extLst>
          </p:cNvPr>
          <p:cNvSpPr txBox="1"/>
          <p:nvPr/>
        </p:nvSpPr>
        <p:spPr>
          <a:xfrm>
            <a:off x="6715961" y="3801474"/>
            <a:ext cx="42691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링크 수정 요청</a:t>
            </a:r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현재 </a:t>
            </a:r>
            <a:r>
              <a:rPr lang="ko-KR" altLang="en-US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풋밸런스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연결되어있어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번 동작으로 수정요청</a:t>
            </a:r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  <a:hlinkClick r:id="rId3"/>
            </a:endParaRPr>
          </a:p>
          <a:p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  <a:hlinkClick r:id="rId3"/>
            </a:endParaRPr>
          </a:p>
          <a:p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hlinkClick r:id="rId3"/>
              </a:rPr>
              <a:t>https://www.youtube.com/watch?v=J4ewoypgqP4&amp;t=778s</a:t>
            </a:r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51AEDE8-25A0-C730-552A-10891B361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2308" y="2216985"/>
            <a:ext cx="5915068" cy="106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915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A9FEE-CFE7-5863-AB8C-E5A2358DF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ED2907-DEC2-4221-642D-FB261DE4E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9308"/>
            <a:ext cx="7562905" cy="5572166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0D7269D6-A1FE-BF47-5CCC-7D6AE868C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프로그램 </a:t>
            </a:r>
            <a:r>
              <a:rPr lang="en-US" altLang="ko-KR" dirty="0"/>
              <a:t>– </a:t>
            </a:r>
            <a:r>
              <a:rPr lang="ko-KR" altLang="en-US" dirty="0" err="1"/>
              <a:t>입문자</a:t>
            </a:r>
            <a:r>
              <a:rPr lang="ko-KR" altLang="en-US" dirty="0"/>
              <a:t> 가이드 아래 </a:t>
            </a:r>
            <a:r>
              <a:rPr lang="en-US" altLang="ko-KR" dirty="0"/>
              <a:t>SNPE </a:t>
            </a:r>
            <a:r>
              <a:rPr lang="ko-KR" altLang="en-US" dirty="0"/>
              <a:t>도구 소개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91ACC88-9E40-EF49-699E-2284C8CAA0BB}"/>
              </a:ext>
            </a:extLst>
          </p:cNvPr>
          <p:cNvGrpSpPr/>
          <p:nvPr/>
        </p:nvGrpSpPr>
        <p:grpSpPr>
          <a:xfrm>
            <a:off x="5585758" y="1529751"/>
            <a:ext cx="2120506" cy="1115684"/>
            <a:chOff x="5988324" y="1575758"/>
            <a:chExt cx="2120506" cy="1115684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7EEE607-61F6-CD10-2CCE-24CC34200B59}"/>
                </a:ext>
              </a:extLst>
            </p:cNvPr>
            <p:cNvSpPr/>
            <p:nvPr/>
          </p:nvSpPr>
          <p:spPr>
            <a:xfrm>
              <a:off x="5988324" y="1575758"/>
              <a:ext cx="2120506" cy="111568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552A720-25D5-7F77-5E0A-03B180BE9CFF}"/>
                </a:ext>
              </a:extLst>
            </p:cNvPr>
            <p:cNvSpPr txBox="1"/>
            <p:nvPr/>
          </p:nvSpPr>
          <p:spPr>
            <a:xfrm>
              <a:off x="5988324" y="2191109"/>
              <a:ext cx="1436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err="1"/>
                <a:t>투레일</a:t>
              </a:r>
              <a:endParaRPr lang="ko-KR" altLang="en-US" dirty="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51E6AFD-9A3D-2AA3-F0AE-88867EA61578}"/>
              </a:ext>
            </a:extLst>
          </p:cNvPr>
          <p:cNvGrpSpPr/>
          <p:nvPr/>
        </p:nvGrpSpPr>
        <p:grpSpPr>
          <a:xfrm>
            <a:off x="114299" y="4373592"/>
            <a:ext cx="7103135" cy="1261682"/>
            <a:chOff x="5988324" y="1575758"/>
            <a:chExt cx="2120506" cy="126168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638F02A-621B-E6A9-EAAF-72226C5A1B47}"/>
                </a:ext>
              </a:extLst>
            </p:cNvPr>
            <p:cNvSpPr/>
            <p:nvPr/>
          </p:nvSpPr>
          <p:spPr>
            <a:xfrm>
              <a:off x="5988324" y="1575758"/>
              <a:ext cx="2120506" cy="111568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54F6F88-DD76-3EA3-7EC1-735DFB4969C3}"/>
                </a:ext>
              </a:extLst>
            </p:cNvPr>
            <p:cNvSpPr txBox="1"/>
            <p:nvPr/>
          </p:nvSpPr>
          <p:spPr>
            <a:xfrm>
              <a:off x="5988324" y="2191109"/>
              <a:ext cx="143614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웨이브롤러 </a:t>
              </a:r>
              <a:r>
                <a:rPr lang="en-US" altLang="ko-KR" dirty="0"/>
                <a:t>2</a:t>
              </a:r>
              <a:r>
                <a:rPr lang="ko-KR" altLang="en-US" dirty="0"/>
                <a:t>구 </a:t>
              </a:r>
              <a:r>
                <a:rPr lang="en-US" altLang="ko-KR" dirty="0"/>
                <a:t>4</a:t>
              </a:r>
              <a:r>
                <a:rPr lang="ko-KR" altLang="en-US" dirty="0"/>
                <a:t>구 </a:t>
              </a:r>
              <a:r>
                <a:rPr lang="en-US" altLang="ko-KR" dirty="0"/>
                <a:t>10</a:t>
              </a:r>
              <a:r>
                <a:rPr lang="ko-KR" altLang="en-US" dirty="0"/>
                <a:t>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6534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8BB42-C40F-1281-66D5-ED181234E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4EA44F7-DA46-BBFA-84F7-BA92EBF99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29" y="1541423"/>
            <a:ext cx="8724964" cy="2981347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CBEA3C30-7777-808B-41A3-C0CD43170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프로그램 </a:t>
            </a:r>
            <a:r>
              <a:rPr lang="en-US" altLang="ko-KR" dirty="0"/>
              <a:t>– </a:t>
            </a:r>
            <a:r>
              <a:rPr lang="ko-KR" altLang="en-US" dirty="0"/>
              <a:t>기본 동작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BAAD00A-7B8D-40C7-0B25-323379EF4994}"/>
              </a:ext>
            </a:extLst>
          </p:cNvPr>
          <p:cNvSpPr/>
          <p:nvPr/>
        </p:nvSpPr>
        <p:spPr>
          <a:xfrm>
            <a:off x="4725016" y="2961737"/>
            <a:ext cx="439331" cy="3393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178D1D-3C9D-5176-DFD1-6ABDB885AE7C}"/>
              </a:ext>
            </a:extLst>
          </p:cNvPr>
          <p:cNvSpPr txBox="1"/>
          <p:nvPr/>
        </p:nvSpPr>
        <p:spPr>
          <a:xfrm>
            <a:off x="4581243" y="4075025"/>
            <a:ext cx="2082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오다리</a:t>
            </a:r>
            <a:r>
              <a:rPr lang="ko-KR" altLang="en-US" dirty="0"/>
              <a:t> → </a:t>
            </a:r>
            <a:r>
              <a:rPr lang="ko-KR" altLang="en-US" dirty="0" err="1"/>
              <a:t>휜다리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9976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0CA57-8ACD-AD36-C386-23706E60F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1C1361E-39B5-AE8B-B3A3-EB6D8FA47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프로그램 </a:t>
            </a:r>
            <a:r>
              <a:rPr lang="en-US" altLang="ko-KR" dirty="0"/>
              <a:t>– </a:t>
            </a:r>
            <a:r>
              <a:rPr lang="ko-KR" altLang="en-US" dirty="0" err="1"/>
              <a:t>입문자</a:t>
            </a:r>
            <a:r>
              <a:rPr lang="ko-KR" altLang="en-US" dirty="0"/>
              <a:t> 가이드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77EC725-9DCF-6B08-F935-6169E0DD7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83" y="1432367"/>
            <a:ext cx="8772589" cy="4857786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E8FE19DD-FBC1-6A67-85B9-52141254AE5B}"/>
              </a:ext>
            </a:extLst>
          </p:cNvPr>
          <p:cNvSpPr/>
          <p:nvPr/>
        </p:nvSpPr>
        <p:spPr>
          <a:xfrm>
            <a:off x="6649682" y="5158595"/>
            <a:ext cx="2120506" cy="2670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9B6B8E-174E-5173-B0B3-B9D1DBD0E29B}"/>
              </a:ext>
            </a:extLst>
          </p:cNvPr>
          <p:cNvSpPr txBox="1"/>
          <p:nvPr/>
        </p:nvSpPr>
        <p:spPr>
          <a:xfrm>
            <a:off x="9151342" y="5102466"/>
            <a:ext cx="2799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천골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엉치뼈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)·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미추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꼬리뼈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0583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D9EEB-E5D8-87EE-C6B5-5A177A775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26263C4-2408-E13E-DF4A-9604CFA85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프로그램 </a:t>
            </a:r>
            <a:r>
              <a:rPr lang="en-US" altLang="ko-KR" dirty="0"/>
              <a:t>– SNPE </a:t>
            </a:r>
            <a:r>
              <a:rPr lang="ko-KR" altLang="en-US" dirty="0"/>
              <a:t>프로그램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6F5499-1D95-551A-ECA1-9C701F1BFCD6}"/>
              </a:ext>
            </a:extLst>
          </p:cNvPr>
          <p:cNvSpPr txBox="1"/>
          <p:nvPr/>
        </p:nvSpPr>
        <p:spPr>
          <a:xfrm>
            <a:off x="375403" y="1289590"/>
            <a:ext cx="5875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내 탭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가지 분류</a:t>
            </a: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SNPE PROGRAM  /  SNPE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OFFICIAL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PROGRAM 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0001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B8966-7154-EFEF-00DC-ABF498C41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49D65DB-1833-B7B5-2F45-8EF6C3842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프로그램 </a:t>
            </a:r>
            <a:r>
              <a:rPr lang="en-US" altLang="ko-KR" dirty="0"/>
              <a:t>– SNPE </a:t>
            </a:r>
            <a:r>
              <a:rPr lang="ko-KR" altLang="en-US" dirty="0"/>
              <a:t>프로그램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E794F6-C7F2-111F-EEE1-C6329DD5130E}"/>
              </a:ext>
            </a:extLst>
          </p:cNvPr>
          <p:cNvSpPr txBox="1"/>
          <p:nvPr/>
        </p:nvSpPr>
        <p:spPr>
          <a:xfrm>
            <a:off x="375403" y="1289590"/>
            <a:ext cx="5875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1. SNPE PROGRAM 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2326A5B-1D9E-BE46-8B3A-E9E033154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58" y="2207094"/>
            <a:ext cx="6343696" cy="28003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A69B8B-4ED5-50DB-32A9-0A573141F46F}"/>
              </a:ext>
            </a:extLst>
          </p:cNvPr>
          <p:cNvSpPr txBox="1"/>
          <p:nvPr/>
        </p:nvSpPr>
        <p:spPr>
          <a:xfrm>
            <a:off x="7497791" y="1612916"/>
            <a:ext cx="3958088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1" dirty="0"/>
              <a:t>[</a:t>
            </a:r>
            <a:r>
              <a:rPr lang="ko-KR" altLang="en-US" sz="1000" b="1" dirty="0"/>
              <a:t>키워드 수정</a:t>
            </a:r>
            <a:r>
              <a:rPr lang="en-US" altLang="ko-KR" sz="1000" b="1" dirty="0"/>
              <a:t>] </a:t>
            </a:r>
          </a:p>
          <a:p>
            <a:pPr>
              <a:buNone/>
            </a:pPr>
            <a:endParaRPr lang="en-US" altLang="ko-KR" sz="1000" b="1" dirty="0"/>
          </a:p>
          <a:p>
            <a:pPr>
              <a:buNone/>
            </a:pPr>
            <a:r>
              <a:rPr lang="ko-KR" altLang="ko-KR" sz="1000" b="1" dirty="0" err="1"/>
              <a:t>Wellness</a:t>
            </a:r>
            <a:r>
              <a:rPr lang="ko-KR" altLang="ko-KR" sz="1000" b="1" dirty="0"/>
              <a:t> </a:t>
            </a:r>
            <a:r>
              <a:rPr lang="ko-KR" altLang="ko-KR" sz="1000" b="1" dirty="0" err="1"/>
              <a:t>Programs</a:t>
            </a:r>
            <a:endParaRPr lang="ko-KR" altLang="ko-KR" sz="1000" b="1" dirty="0"/>
          </a:p>
          <a:p>
            <a:pPr>
              <a:buNone/>
            </a:pPr>
            <a:r>
              <a:rPr lang="ko-KR" altLang="en-US" sz="1000" b="1" dirty="0"/>
              <a:t>라이프 밸런스 프로그램 </a:t>
            </a:r>
            <a:endParaRPr lang="en-US" altLang="ko-KR" sz="1000" b="1" dirty="0"/>
          </a:p>
          <a:p>
            <a:pPr>
              <a:buNone/>
            </a:pPr>
            <a:endParaRPr lang="en-US" altLang="ko-KR" sz="1000" b="1" dirty="0"/>
          </a:p>
          <a:p>
            <a:pPr>
              <a:buNone/>
            </a:pPr>
            <a:r>
              <a:rPr lang="ko-KR" altLang="ko-KR" sz="1000" dirty="0" err="1"/>
              <a:t>SNPE는</a:t>
            </a:r>
            <a:r>
              <a:rPr lang="ko-KR" altLang="ko-KR" sz="1000" dirty="0"/>
              <a:t> 연령과 삶의 단계에 따라 달라지는 신체 특성과 움직임 패턴을 고려하여, 각 시기에 필요한 </a:t>
            </a:r>
            <a:r>
              <a:rPr lang="ko-KR" altLang="ko-KR" sz="1000" dirty="0" err="1"/>
              <a:t>자세·움직임·균형</a:t>
            </a:r>
            <a:r>
              <a:rPr lang="ko-KR" altLang="ko-KR" sz="1000" dirty="0"/>
              <a:t> 회복 프로그램을 제공합니다.</a:t>
            </a:r>
            <a:r>
              <a:rPr lang="en-US" altLang="ko-KR" sz="1000" dirty="0"/>
              <a:t> </a:t>
            </a:r>
            <a:r>
              <a:rPr lang="ko-KR" altLang="ko-KR" sz="1000" dirty="0"/>
              <a:t>건강한 움직임 습관은 특정 시기에만 필요한 것이 아니라, 삶의 전 과정에 걸쳐 지속적으로 관리되어야 하는 중요한 자산입니다.</a:t>
            </a:r>
            <a:endParaRPr lang="en-US" altLang="ko-KR" sz="1000" dirty="0"/>
          </a:p>
          <a:p>
            <a:pPr>
              <a:buNone/>
            </a:pPr>
            <a:endParaRPr lang="en-US" altLang="ko-KR" sz="1000" dirty="0"/>
          </a:p>
          <a:p>
            <a:r>
              <a:rPr lang="ko-KR" altLang="ko-KR" sz="1000" b="1" dirty="0" err="1"/>
              <a:t>Kids</a:t>
            </a:r>
            <a:r>
              <a:rPr lang="ko-KR" altLang="ko-KR" sz="1000" b="1" dirty="0"/>
              <a:t> &amp; </a:t>
            </a:r>
            <a:r>
              <a:rPr lang="ko-KR" altLang="ko-KR" sz="1000" b="1" dirty="0" err="1"/>
              <a:t>Growth</a:t>
            </a:r>
            <a:r>
              <a:rPr lang="en-US" altLang="ko-KR" sz="1000" b="1" dirty="0"/>
              <a:t> -</a:t>
            </a:r>
            <a:r>
              <a:rPr lang="ko-KR" altLang="ko-KR" sz="1000" dirty="0"/>
              <a:t>성장기 밸런스 프로그램</a:t>
            </a:r>
          </a:p>
          <a:p>
            <a:r>
              <a:rPr lang="ko-KR" altLang="ko-KR" sz="1000" dirty="0"/>
              <a:t>올바른 자세 습관과 균형 있는 성장 환경을 위한 </a:t>
            </a:r>
            <a:r>
              <a:rPr lang="ko-KR" altLang="ko-KR" sz="1000" dirty="0" err="1"/>
              <a:t>키즈·청소년</a:t>
            </a:r>
            <a:r>
              <a:rPr lang="ko-KR" altLang="ko-KR" sz="1000" dirty="0"/>
              <a:t> 프로그램</a:t>
            </a:r>
          </a:p>
          <a:p>
            <a:pPr>
              <a:buNone/>
            </a:pPr>
            <a:endParaRPr lang="en-US" altLang="ko-KR" sz="1000" dirty="0"/>
          </a:p>
          <a:p>
            <a:r>
              <a:rPr lang="ko-KR" altLang="ko-KR" sz="1000" b="1" dirty="0" err="1"/>
              <a:t>Student</a:t>
            </a:r>
            <a:r>
              <a:rPr lang="ko-KR" altLang="ko-KR" sz="1000" b="1" dirty="0"/>
              <a:t> </a:t>
            </a:r>
            <a:r>
              <a:rPr lang="ko-KR" altLang="ko-KR" sz="1000" b="1" dirty="0" err="1"/>
              <a:t>Balance</a:t>
            </a:r>
            <a:r>
              <a:rPr lang="en-US" altLang="ko-KR" sz="1000" b="1" dirty="0"/>
              <a:t> - </a:t>
            </a:r>
            <a:r>
              <a:rPr lang="ko-KR" altLang="ko-KR" sz="1000" dirty="0"/>
              <a:t>학생 자세 관리 프로그램</a:t>
            </a:r>
          </a:p>
          <a:p>
            <a:r>
              <a:rPr lang="ko-KR" altLang="ko-KR" sz="1000" dirty="0"/>
              <a:t>장시간 앉아있는 학습 환경 속에서 자세 균형과 건강한 움직임 습관을 돕는 프로그램</a:t>
            </a:r>
            <a:endParaRPr lang="en-US" altLang="ko-KR" sz="1000" dirty="0"/>
          </a:p>
          <a:p>
            <a:endParaRPr lang="ko-KR" altLang="ko-KR" sz="1000" dirty="0"/>
          </a:p>
          <a:p>
            <a:r>
              <a:rPr lang="ko-KR" altLang="ko-KR" sz="1000" b="1" dirty="0" err="1"/>
              <a:t>Adult</a:t>
            </a:r>
            <a:r>
              <a:rPr lang="ko-KR" altLang="ko-KR" sz="1000" b="1" dirty="0"/>
              <a:t> </a:t>
            </a:r>
            <a:r>
              <a:rPr lang="ko-KR" altLang="ko-KR" sz="1000" b="1" dirty="0" err="1"/>
              <a:t>Wellness</a:t>
            </a:r>
            <a:r>
              <a:rPr lang="en-US" altLang="ko-KR" sz="1000" b="1" dirty="0"/>
              <a:t> - </a:t>
            </a:r>
            <a:r>
              <a:rPr lang="ko-KR" altLang="ko-KR" sz="1000" dirty="0"/>
              <a:t>성인 움직임 밸런스 프로그램</a:t>
            </a:r>
          </a:p>
          <a:p>
            <a:r>
              <a:rPr lang="ko-KR" altLang="ko-KR" sz="1000" dirty="0"/>
              <a:t>일상 속 반복되는 자세 습관과 신체 불균형을 관리하며 건강한 움직임을 만들어가는 프로그램</a:t>
            </a:r>
          </a:p>
          <a:p>
            <a:pPr>
              <a:buNone/>
            </a:pPr>
            <a:endParaRPr lang="en-US" altLang="ko-KR" sz="1000" dirty="0"/>
          </a:p>
          <a:p>
            <a:r>
              <a:rPr lang="ko-KR" altLang="ko-KR" sz="1000" b="1" dirty="0" err="1"/>
              <a:t>Prenatal</a:t>
            </a:r>
            <a:r>
              <a:rPr lang="ko-KR" altLang="ko-KR" sz="1000" b="1" dirty="0"/>
              <a:t> &amp; </a:t>
            </a:r>
            <a:r>
              <a:rPr lang="ko-KR" altLang="ko-KR" sz="1000" b="1" dirty="0" err="1"/>
              <a:t>Postnatal</a:t>
            </a:r>
            <a:r>
              <a:rPr lang="ko-KR" altLang="ko-KR" sz="1000" b="1" dirty="0"/>
              <a:t> Care</a:t>
            </a:r>
            <a:r>
              <a:rPr lang="en-US" altLang="ko-KR" sz="1000" b="1" dirty="0"/>
              <a:t> -</a:t>
            </a:r>
            <a:r>
              <a:rPr lang="ko-KR" altLang="ko-KR" sz="1000" dirty="0"/>
              <a:t>산전 · 산후 밸런스 프로그램</a:t>
            </a:r>
          </a:p>
          <a:p>
            <a:r>
              <a:rPr lang="ko-KR" altLang="ko-KR" sz="1000" dirty="0"/>
              <a:t>임신과 출산 과정에서 변화하는 몸의 균형과 움직임 회복을 위한 프로그램</a:t>
            </a:r>
          </a:p>
          <a:p>
            <a:pPr>
              <a:buNone/>
            </a:pPr>
            <a:endParaRPr lang="en-US" altLang="ko-KR" sz="1000" dirty="0"/>
          </a:p>
          <a:p>
            <a:r>
              <a:rPr lang="en-US" altLang="ko-KR" sz="1000" b="1" dirty="0"/>
              <a:t>S</a:t>
            </a:r>
            <a:r>
              <a:rPr lang="ko-KR" altLang="ko-KR" sz="1000" b="1" dirty="0" err="1"/>
              <a:t>e</a:t>
            </a:r>
            <a:r>
              <a:rPr lang="en-US" altLang="ko-KR" sz="1000" b="1" dirty="0" err="1"/>
              <a:t>nior</a:t>
            </a:r>
            <a:r>
              <a:rPr lang="en-US" altLang="ko-KR" sz="1000" b="1" dirty="0"/>
              <a:t> Balance -</a:t>
            </a:r>
            <a:r>
              <a:rPr lang="ko-KR" altLang="ko-KR" sz="1000" dirty="0"/>
              <a:t>시니어 밸런스 프로그램</a:t>
            </a:r>
          </a:p>
          <a:p>
            <a:r>
              <a:rPr lang="ko-KR" altLang="ko-KR" sz="1000" dirty="0"/>
              <a:t>건강한 노화와 독립적인 일상생활을 위한 </a:t>
            </a:r>
            <a:r>
              <a:rPr lang="ko-KR" altLang="ko-KR" sz="1000" dirty="0" err="1"/>
              <a:t>움직임·균형·기능</a:t>
            </a:r>
            <a:r>
              <a:rPr lang="ko-KR" altLang="ko-KR" sz="1000" dirty="0"/>
              <a:t> 관리 프로그램</a:t>
            </a:r>
          </a:p>
          <a:p>
            <a:pPr>
              <a:buNone/>
            </a:pPr>
            <a:endParaRPr lang="ko-KR" altLang="ko-KR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F62BD5-874D-89E9-C6B7-EAF1FA469EC5}"/>
              </a:ext>
            </a:extLst>
          </p:cNvPr>
          <p:cNvSpPr txBox="1"/>
          <p:nvPr/>
        </p:nvSpPr>
        <p:spPr>
          <a:xfrm>
            <a:off x="567905" y="5290775"/>
            <a:ext cx="61161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[SNPE PROGRAM 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하단 문구 추가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]</a:t>
            </a:r>
          </a:p>
          <a:p>
            <a:endParaRPr lang="en-US" altLang="ko-KR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※ 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나에게 맞는 프로그램은 연령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생활습관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몸 상태에 따라 달라질 수 있습니다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</a:p>
          <a:p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자세한 상담은 가까운 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SNPE 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전문센터에서 </a:t>
            </a:r>
            <a:r>
              <a:rPr lang="ko-KR" altLang="en-US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안내받으실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수 있습니다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endParaRPr lang="ko-KR" altLang="en-US" sz="10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7605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70B4A-EC1D-2634-0FE1-E6CB45D6E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A775151-16DB-4F69-8C1A-C8E66216B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404" y="2240879"/>
            <a:ext cx="6324646" cy="3181373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C4C77FF0-8247-634B-DE06-B92210E0D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프로그램 </a:t>
            </a:r>
            <a:r>
              <a:rPr lang="en-US" altLang="ko-KR" dirty="0"/>
              <a:t>– </a:t>
            </a:r>
            <a:r>
              <a:rPr lang="ko-KR" altLang="en-US" dirty="0"/>
              <a:t>체형</a:t>
            </a:r>
            <a:r>
              <a:rPr lang="en-US" altLang="ko-KR" dirty="0"/>
              <a:t>·</a:t>
            </a:r>
            <a:r>
              <a:rPr lang="ko-KR" altLang="en-US" dirty="0"/>
              <a:t>움직임 평가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32BBC3A-7509-60AB-D02D-FBB5988A9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907" y="2362999"/>
            <a:ext cx="2619394" cy="26955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A521AE-4D6A-661F-ADB2-038F79F8C581}"/>
              </a:ext>
            </a:extLst>
          </p:cNvPr>
          <p:cNvSpPr txBox="1"/>
          <p:nvPr/>
        </p:nvSpPr>
        <p:spPr>
          <a:xfrm>
            <a:off x="7006241" y="1993667"/>
            <a:ext cx="2270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사진추가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9557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72577-D917-800E-FAB8-453A0D40A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A574713-A8C2-F978-4277-B486CBED1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프로그램 </a:t>
            </a:r>
            <a:r>
              <a:rPr lang="en-US" altLang="ko-KR" dirty="0"/>
              <a:t>– </a:t>
            </a:r>
            <a:r>
              <a:rPr lang="ko-KR" altLang="en-US" dirty="0"/>
              <a:t>체형</a:t>
            </a:r>
            <a:r>
              <a:rPr lang="en-US" altLang="ko-KR" dirty="0"/>
              <a:t>·</a:t>
            </a:r>
            <a:r>
              <a:rPr lang="ko-KR" altLang="en-US" dirty="0"/>
              <a:t>움직임 평가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F64F8-6A92-B04A-E163-922FA361B77A}"/>
              </a:ext>
            </a:extLst>
          </p:cNvPr>
          <p:cNvSpPr txBox="1"/>
          <p:nvPr/>
        </p:nvSpPr>
        <p:spPr>
          <a:xfrm>
            <a:off x="6255886" y="2910078"/>
            <a:ext cx="517123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 err="1"/>
              <a:t>SNPE는</a:t>
            </a:r>
            <a:r>
              <a:rPr lang="ko-KR" altLang="ko-KR" sz="1400" dirty="0"/>
              <a:t> 사용자의 기록과 데이터, 그리고 전문가의 경험을 연결합니다.</a:t>
            </a:r>
            <a:endParaRPr lang="en-US" altLang="ko-KR" sz="1400" dirty="0"/>
          </a:p>
          <a:p>
            <a:endParaRPr lang="ko-KR" altLang="ko-KR" sz="1400" dirty="0"/>
          </a:p>
          <a:p>
            <a:r>
              <a:rPr lang="ko-KR" altLang="ko-KR" sz="1400" dirty="0" err="1"/>
              <a:t>SNPE는</a:t>
            </a:r>
            <a:r>
              <a:rPr lang="ko-KR" altLang="ko-KR" sz="1400" dirty="0"/>
              <a:t> 사용자의 기록과 데이터를 전문가의 경험과 연결합니다. 앱을 통해 자신의 몸을 객관적으로 이해하고 변화 과정을 기록하는 것에서 시작하여, 인증 강사와 전문센터의 체계적인 평가를 통해 가장 정확한 움직임의 방향을 찾아갑니다.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ko-KR" sz="1400" dirty="0"/>
              <a:t>건강한 자세와 나 자신의 몸을 깊이 이해하는 것에서 시작되며, 지속적인 실천이 더해질 때 비로소 삶의 습관으로 자리 잡습니다.</a:t>
            </a:r>
            <a:r>
              <a:rPr lang="en-US" altLang="ko-KR" sz="1400" dirty="0"/>
              <a:t> </a:t>
            </a:r>
          </a:p>
          <a:p>
            <a:endParaRPr lang="en-US" altLang="ko-KR" sz="1400" dirty="0"/>
          </a:p>
          <a:p>
            <a:r>
              <a:rPr lang="ko-KR" altLang="ko-KR" sz="1400" dirty="0" err="1"/>
              <a:t>SNPE는</a:t>
            </a:r>
            <a:r>
              <a:rPr lang="ko-KR" altLang="ko-KR" sz="1400" dirty="0"/>
              <a:t> 과학적 평가와 기록을 기반으로 스스로의 몸을 회복하고, 더 건강한 일상을 구축해 나가는 자기 회복 시스템(</a:t>
            </a:r>
            <a:r>
              <a:rPr lang="ko-KR" altLang="ko-KR" sz="1400" dirty="0" err="1"/>
              <a:t>Self</a:t>
            </a:r>
            <a:r>
              <a:rPr lang="ko-KR" altLang="ko-KR" sz="1400" dirty="0"/>
              <a:t> </a:t>
            </a:r>
            <a:r>
              <a:rPr lang="ko-KR" altLang="ko-KR" sz="1400" dirty="0" err="1"/>
              <a:t>Recovery</a:t>
            </a:r>
            <a:r>
              <a:rPr lang="ko-KR" altLang="ko-KR" sz="1400" dirty="0"/>
              <a:t> System)입니다..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53243CB-7D1F-3294-150D-B80502F3C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78" y="2775360"/>
            <a:ext cx="5334039" cy="245746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B3951D4-47F0-792F-980D-01D422D5B455}"/>
              </a:ext>
            </a:extLst>
          </p:cNvPr>
          <p:cNvSpPr/>
          <p:nvPr/>
        </p:nvSpPr>
        <p:spPr>
          <a:xfrm>
            <a:off x="524926" y="3582838"/>
            <a:ext cx="5672554" cy="10294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031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D7F20-0056-263B-A969-82943A5DC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F834EFE-DCCF-F08E-E293-09CB2966E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SNPE – </a:t>
            </a:r>
            <a:r>
              <a:rPr lang="ko-KR" altLang="en-US" dirty="0"/>
              <a:t>교육시스템 </a:t>
            </a:r>
            <a:r>
              <a:rPr lang="en-US" altLang="ko-KR" dirty="0"/>
              <a:t>– </a:t>
            </a:r>
            <a:r>
              <a:rPr lang="ko-KR" altLang="en-US" dirty="0"/>
              <a:t>각 카테고리별 상세내용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D3DB4B-68A1-8966-283A-A86983994AA7}"/>
              </a:ext>
            </a:extLst>
          </p:cNvPr>
          <p:cNvSpPr txBox="1"/>
          <p:nvPr/>
        </p:nvSpPr>
        <p:spPr>
          <a:xfrm>
            <a:off x="722115" y="1986201"/>
            <a:ext cx="611612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자격증 안내</a:t>
            </a: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hlinkClick r:id="rId3"/>
              </a:rPr>
              <a:t>https://snpe-career-path-cifdr5i.gamma.site/</a:t>
            </a: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LEVEL 2</a:t>
            </a: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hlinkClick r:id="rId4"/>
              </a:rPr>
              <a:t>https://snpe-level2-192934i.gamma.site/</a:t>
            </a: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LEVEL 3</a:t>
            </a: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hlinkClick r:id="rId5"/>
              </a:rPr>
              <a:t>https://snpe-level3-hw1sahx.gamma.site/</a:t>
            </a: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마스터</a:t>
            </a: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hlinkClick r:id="rId6"/>
              </a:rPr>
              <a:t>https://snpe-master-course-2wddd46.gamma.site/</a:t>
            </a: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84CE69-FAFB-6AFB-5FA9-0EEAE86BE183}"/>
              </a:ext>
            </a:extLst>
          </p:cNvPr>
          <p:cNvSpPr txBox="1"/>
          <p:nvPr/>
        </p:nvSpPr>
        <p:spPr>
          <a:xfrm>
            <a:off x="7072853" y="2314615"/>
            <a:ext cx="2270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링크참조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24237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8E6A6-B03B-E237-77F9-DD03D8438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4829346-8FE5-BC8E-6B25-9E384584A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SNPE – </a:t>
            </a:r>
            <a:r>
              <a:rPr lang="ko-KR" altLang="en-US" dirty="0"/>
              <a:t>교육시스템 </a:t>
            </a:r>
            <a:r>
              <a:rPr lang="en-US" altLang="ko-KR" dirty="0"/>
              <a:t>– </a:t>
            </a:r>
            <a:r>
              <a:rPr lang="ko-KR" altLang="en-US" dirty="0"/>
              <a:t>자격증 안내 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8497819-2E60-72E4-FF0A-55444D2C13A1}"/>
              </a:ext>
            </a:extLst>
          </p:cNvPr>
          <p:cNvSpPr/>
          <p:nvPr/>
        </p:nvSpPr>
        <p:spPr>
          <a:xfrm>
            <a:off x="1074906" y="4698000"/>
            <a:ext cx="2160000" cy="216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4FD4D5B-B945-9207-6DFB-4AA8D5ABE82F}"/>
              </a:ext>
            </a:extLst>
          </p:cNvPr>
          <p:cNvSpPr/>
          <p:nvPr/>
        </p:nvSpPr>
        <p:spPr>
          <a:xfrm>
            <a:off x="3842547" y="4637616"/>
            <a:ext cx="2160000" cy="216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027148F-6FE2-06E7-330D-064C17C091F6}"/>
              </a:ext>
            </a:extLst>
          </p:cNvPr>
          <p:cNvSpPr/>
          <p:nvPr/>
        </p:nvSpPr>
        <p:spPr>
          <a:xfrm>
            <a:off x="6610189" y="4637616"/>
            <a:ext cx="2160000" cy="216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E85F051-EA91-25CA-6D73-CBBEC19A8510}"/>
              </a:ext>
            </a:extLst>
          </p:cNvPr>
          <p:cNvSpPr/>
          <p:nvPr/>
        </p:nvSpPr>
        <p:spPr>
          <a:xfrm>
            <a:off x="9261375" y="4637616"/>
            <a:ext cx="2160000" cy="2160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53C6504-A1E7-5A0E-0D24-FB3DFBC76F91}"/>
              </a:ext>
            </a:extLst>
          </p:cNvPr>
          <p:cNvSpPr/>
          <p:nvPr/>
        </p:nvSpPr>
        <p:spPr>
          <a:xfrm>
            <a:off x="3053751" y="5595146"/>
            <a:ext cx="1058173" cy="3168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B39E4B-FEC9-2646-E781-B9F6E14D91C1}"/>
              </a:ext>
            </a:extLst>
          </p:cNvPr>
          <p:cNvSpPr txBox="1"/>
          <p:nvPr/>
        </p:nvSpPr>
        <p:spPr>
          <a:xfrm>
            <a:off x="1388393" y="5245776"/>
            <a:ext cx="14640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/>
              <a:t> LEVEL 1 </a:t>
            </a:r>
            <a:r>
              <a:rPr lang="ko-KR" altLang="ko-KR" sz="1200" dirty="0" err="1"/>
              <a:t>Foundation</a:t>
            </a:r>
            <a:br>
              <a:rPr lang="en-US" altLang="ko-KR" sz="1200" dirty="0"/>
            </a:br>
            <a:r>
              <a:rPr lang="ko-KR" altLang="ko-KR" sz="1200" dirty="0"/>
              <a:t>운동 원리와 기본 동작 습득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02F571-CCFB-410A-E353-68865091D7E6}"/>
              </a:ext>
            </a:extLst>
          </p:cNvPr>
          <p:cNvSpPr txBox="1"/>
          <p:nvPr/>
        </p:nvSpPr>
        <p:spPr>
          <a:xfrm>
            <a:off x="4139702" y="5324866"/>
            <a:ext cx="16358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200" dirty="0"/>
              <a:t>LEVEL 2 </a:t>
            </a:r>
            <a:br>
              <a:rPr lang="en-US" altLang="ko-KR" sz="1200" dirty="0"/>
            </a:br>
            <a:r>
              <a:rPr lang="ko-KR" altLang="ko-KR" sz="1200" dirty="0" err="1"/>
              <a:t>Certified</a:t>
            </a:r>
            <a:r>
              <a:rPr lang="en-US" altLang="ko-KR" sz="1200" dirty="0"/>
              <a:t> </a:t>
            </a:r>
            <a:r>
              <a:rPr lang="ko-KR" altLang="ko-KR" sz="1200" dirty="0" err="1"/>
              <a:t>Instructor</a:t>
            </a:r>
            <a:r>
              <a:rPr lang="ko-KR" altLang="ko-KR" sz="1200" dirty="0"/>
              <a:t> 회원 지도와</a:t>
            </a:r>
            <a:endParaRPr lang="en-US" altLang="ko-KR" sz="1200" dirty="0"/>
          </a:p>
          <a:p>
            <a:r>
              <a:rPr lang="ko-KR" altLang="ko-KR" sz="1200" dirty="0"/>
              <a:t>효과적 </a:t>
            </a:r>
            <a:r>
              <a:rPr lang="ko-KR" altLang="ko-KR" sz="1200" dirty="0" err="1"/>
              <a:t>티칭</a:t>
            </a:r>
            <a:r>
              <a:rPr lang="ko-KR" altLang="ko-KR" sz="1200" dirty="0"/>
              <a:t> 기술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6651AF-DE3F-BA9C-7335-2CB5F9743A83}"/>
              </a:ext>
            </a:extLst>
          </p:cNvPr>
          <p:cNvSpPr txBox="1"/>
          <p:nvPr/>
        </p:nvSpPr>
        <p:spPr>
          <a:xfrm>
            <a:off x="6763109" y="5376624"/>
            <a:ext cx="20085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dirty="0"/>
              <a:t>LEVEL 3</a:t>
            </a:r>
            <a:br>
              <a:rPr lang="en-US" altLang="ko-KR" sz="1200" dirty="0"/>
            </a:br>
            <a:r>
              <a:rPr lang="ko-KR" altLang="ko-KR" sz="1200" dirty="0"/>
              <a:t>Advanced </a:t>
            </a:r>
            <a:r>
              <a:rPr lang="ko-KR" altLang="ko-KR" sz="1200" dirty="0" err="1"/>
              <a:t>Specialist</a:t>
            </a:r>
            <a:br>
              <a:rPr lang="en-US" altLang="ko-KR" sz="1200" dirty="0"/>
            </a:br>
            <a:r>
              <a:rPr lang="ko-KR" altLang="ko-KR" sz="1200" dirty="0"/>
              <a:t>전후 변화 분석과</a:t>
            </a:r>
            <a:br>
              <a:rPr lang="en-US" altLang="ko-KR" sz="1200" dirty="0"/>
            </a:br>
            <a:r>
              <a:rPr lang="ko-KR" altLang="ko-KR" sz="1200" dirty="0"/>
              <a:t>맞춤 관리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7F3D02-6003-7E1D-CF3C-D87B06B707ED}"/>
              </a:ext>
            </a:extLst>
          </p:cNvPr>
          <p:cNvSpPr txBox="1"/>
          <p:nvPr/>
        </p:nvSpPr>
        <p:spPr>
          <a:xfrm>
            <a:off x="9740661" y="5376624"/>
            <a:ext cx="20085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dirty="0"/>
              <a:t>MASTER</a:t>
            </a:r>
            <a:endParaRPr lang="en-US" altLang="ko-KR" sz="1200" dirty="0"/>
          </a:p>
          <a:p>
            <a:r>
              <a:rPr lang="ko-KR" altLang="ko-KR" sz="1200" dirty="0" err="1"/>
              <a:t>Educator</a:t>
            </a:r>
            <a:r>
              <a:rPr lang="ko-KR" altLang="ko-KR" sz="1200" dirty="0"/>
              <a:t> &amp; </a:t>
            </a:r>
            <a:r>
              <a:rPr lang="ko-KR" altLang="ko-KR" sz="1200" dirty="0" err="1"/>
              <a:t>Leader</a:t>
            </a:r>
            <a:endParaRPr lang="en-US" altLang="ko-KR" sz="1200" dirty="0"/>
          </a:p>
          <a:p>
            <a:r>
              <a:rPr lang="ko-KR" altLang="ko-KR" sz="1200" dirty="0" err="1"/>
              <a:t>교육·연구</a:t>
            </a:r>
            <a:r>
              <a:rPr lang="ko-KR" altLang="ko-KR" sz="1200" dirty="0"/>
              <a:t> 리더십</a:t>
            </a:r>
            <a:endParaRPr lang="en-US" altLang="ko-KR" sz="1200" dirty="0"/>
          </a:p>
          <a:p>
            <a:r>
              <a:rPr lang="ko-KR" altLang="ko-KR" sz="1200" dirty="0"/>
              <a:t>역량 강화</a:t>
            </a:r>
            <a:endParaRPr lang="ko-KR" altLang="en-US" sz="12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A15576E8-0DF6-0605-8683-B00881BE5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60" y="1056511"/>
            <a:ext cx="6261750" cy="347687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AE18740-7A4D-C8BD-4D10-A0175CFAF0F8}"/>
              </a:ext>
            </a:extLst>
          </p:cNvPr>
          <p:cNvSpPr txBox="1"/>
          <p:nvPr/>
        </p:nvSpPr>
        <p:spPr>
          <a:xfrm>
            <a:off x="8005314" y="3811197"/>
            <a:ext cx="36058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아래처럼 도식화 해주세요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54FDB37-5995-9E6A-8503-128649343A3C}"/>
              </a:ext>
            </a:extLst>
          </p:cNvPr>
          <p:cNvSpPr/>
          <p:nvPr/>
        </p:nvSpPr>
        <p:spPr>
          <a:xfrm>
            <a:off x="746560" y="2614723"/>
            <a:ext cx="5672554" cy="14328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B07D2F2E-3BC5-6288-7175-D3DBDA38D73D}"/>
              </a:ext>
            </a:extLst>
          </p:cNvPr>
          <p:cNvSpPr/>
          <p:nvPr/>
        </p:nvSpPr>
        <p:spPr>
          <a:xfrm>
            <a:off x="5744273" y="5595146"/>
            <a:ext cx="1058173" cy="3168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9A664911-8433-7B9A-4F5C-D8AB22EBBD17}"/>
              </a:ext>
            </a:extLst>
          </p:cNvPr>
          <p:cNvSpPr/>
          <p:nvPr/>
        </p:nvSpPr>
        <p:spPr>
          <a:xfrm>
            <a:off x="8665234" y="5595146"/>
            <a:ext cx="1058173" cy="3168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286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</TotalTime>
  <Words>1188</Words>
  <Application>Microsoft Office PowerPoint</Application>
  <PresentationFormat>와이드스크린</PresentationFormat>
  <Paragraphs>157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맑은 고딕</vt:lpstr>
      <vt:lpstr>Arial</vt:lpstr>
      <vt:lpstr>나눔스퀘어 네오 Bold</vt:lpstr>
      <vt:lpstr>Office 테마</vt:lpstr>
      <vt:lpstr>SNPE – 홈 </vt:lpstr>
      <vt:lpstr>SNPE – SNPE란?  </vt:lpstr>
      <vt:lpstr>SNPE – SNPE 소개 – 철학과 핵심원리</vt:lpstr>
      <vt:lpstr>SNPE – SNPE 소개 – 철학과 핵심원리</vt:lpstr>
      <vt:lpstr>SNPE – SNPE 소개 – 철학과 핵심원리</vt:lpstr>
      <vt:lpstr>SNPE – SNPE 소개 – 철학과 핵심원리</vt:lpstr>
      <vt:lpstr>SNPE – SNPE 소개 – SNPE의 발전과정</vt:lpstr>
      <vt:lpstr>SNPE – SNPE 소개 – SNPE의 발전과정</vt:lpstr>
      <vt:lpstr>SNPE – 프로그램 – 입문자 가이드</vt:lpstr>
      <vt:lpstr>SNPE – 프로그램 – 입문자 가이드</vt:lpstr>
      <vt:lpstr>SNPE – 프로그램 – 입문자 가이드</vt:lpstr>
      <vt:lpstr>SNPE – 프로그램 – 입문자 가이드 아래 SNPE 도구 소개</vt:lpstr>
      <vt:lpstr>SNPE – 프로그램 – 기본 동작</vt:lpstr>
      <vt:lpstr>SNPE – 프로그램 – 입문자 가이드</vt:lpstr>
      <vt:lpstr>SNPE – 프로그램 – SNPE 프로그램</vt:lpstr>
      <vt:lpstr>SNPE – 프로그램 – SNPE 프로그램</vt:lpstr>
      <vt:lpstr>SNPE – 프로그램 – 체형·움직임 평가</vt:lpstr>
      <vt:lpstr>SNPE – 프로그램 – 체형·움직임 평가</vt:lpstr>
      <vt:lpstr>SNPE – 교육시스템 – 각 카테고리별 상세내용</vt:lpstr>
      <vt:lpstr>SNPE – 교육시스템 – 자격증 안내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현진 장</dc:creator>
  <cp:lastModifiedBy>현진 장</cp:lastModifiedBy>
  <cp:revision>2</cp:revision>
  <dcterms:created xsi:type="dcterms:W3CDTF">2026-04-08T00:31:48Z</dcterms:created>
  <dcterms:modified xsi:type="dcterms:W3CDTF">2026-06-01T09:23:17Z</dcterms:modified>
</cp:coreProperties>
</file>