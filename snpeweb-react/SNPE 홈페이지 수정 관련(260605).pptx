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4" r:id="rId2"/>
    <p:sldId id="335" r:id="rId3"/>
    <p:sldId id="323" r:id="rId4"/>
    <p:sldId id="319" r:id="rId5"/>
    <p:sldId id="336" r:id="rId6"/>
    <p:sldId id="33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7977F-B841-4431-9D65-D24D3C3E8B65}" v="10" dt="2026-06-05T08:57:02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장" userId="3a4f4ab2d25ec815" providerId="LiveId" clId="{915EA1A6-F264-4808-9BE2-98CB25AECFB7}"/>
    <pc:docChg chg="undo custSel addSld modSld sldOrd">
      <pc:chgData name="현진 장" userId="3a4f4ab2d25ec815" providerId="LiveId" clId="{915EA1A6-F264-4808-9BE2-98CB25AECFB7}" dt="2026-06-05T08:57:22.195" v="371" actId="20577"/>
      <pc:docMkLst>
        <pc:docMk/>
      </pc:docMkLst>
      <pc:sldChg chg="add ord">
        <pc:chgData name="현진 장" userId="3a4f4ab2d25ec815" providerId="LiveId" clId="{915EA1A6-F264-4808-9BE2-98CB25AECFB7}" dt="2026-06-05T08:49:31.767" v="95"/>
        <pc:sldMkLst>
          <pc:docMk/>
          <pc:sldMk cId="3038031673" sldId="319"/>
        </pc:sldMkLst>
      </pc:sldChg>
      <pc:sldChg chg="modSp add mod">
        <pc:chgData name="현진 장" userId="3a4f4ab2d25ec815" providerId="LiveId" clId="{915EA1A6-F264-4808-9BE2-98CB25AECFB7}" dt="2026-06-05T08:49:27.548" v="93" actId="20577"/>
        <pc:sldMkLst>
          <pc:docMk/>
          <pc:sldMk cId="2900661724" sldId="323"/>
        </pc:sldMkLst>
        <pc:spChg chg="mod">
          <ac:chgData name="현진 장" userId="3a4f4ab2d25ec815" providerId="LiveId" clId="{915EA1A6-F264-4808-9BE2-98CB25AECFB7}" dt="2026-06-05T08:49:27.548" v="93" actId="20577"/>
          <ac:spMkLst>
            <pc:docMk/>
            <pc:sldMk cId="2900661724" sldId="323"/>
            <ac:spMk id="5" creationId="{85A3FBFF-29E2-432B-4435-8B1630C80BEC}"/>
          </ac:spMkLst>
        </pc:spChg>
      </pc:sldChg>
      <pc:sldChg chg="addSp delSp modSp mod">
        <pc:chgData name="현진 장" userId="3a4f4ab2d25ec815" providerId="LiveId" clId="{915EA1A6-F264-4808-9BE2-98CB25AECFB7}" dt="2026-06-05T08:55:33.279" v="194" actId="1076"/>
        <pc:sldMkLst>
          <pc:docMk/>
          <pc:sldMk cId="3239281900" sldId="336"/>
        </pc:sldMkLst>
        <pc:spChg chg="add del mod">
          <ac:chgData name="현진 장" userId="3a4f4ab2d25ec815" providerId="LiveId" clId="{915EA1A6-F264-4808-9BE2-98CB25AECFB7}" dt="2026-06-05T08:54:58.867" v="187" actId="478"/>
          <ac:spMkLst>
            <pc:docMk/>
            <pc:sldMk cId="3239281900" sldId="336"/>
            <ac:spMk id="15" creationId="{1B992990-5F80-A587-85FA-D063A10F8428}"/>
          </ac:spMkLst>
        </pc:spChg>
        <pc:spChg chg="add mod">
          <ac:chgData name="현진 장" userId="3a4f4ab2d25ec815" providerId="LiveId" clId="{915EA1A6-F264-4808-9BE2-98CB25AECFB7}" dt="2026-06-05T08:53:52.690" v="98"/>
          <ac:spMkLst>
            <pc:docMk/>
            <pc:sldMk cId="3239281900" sldId="336"/>
            <ac:spMk id="16" creationId="{B464A56A-EF96-F1EE-DB55-5711909C0687}"/>
          </ac:spMkLst>
        </pc:spChg>
        <pc:spChg chg="add mod">
          <ac:chgData name="현진 장" userId="3a4f4ab2d25ec815" providerId="LiveId" clId="{915EA1A6-F264-4808-9BE2-98CB25AECFB7}" dt="2026-06-05T08:54:38.553" v="119" actId="14100"/>
          <ac:spMkLst>
            <pc:docMk/>
            <pc:sldMk cId="3239281900" sldId="336"/>
            <ac:spMk id="17" creationId="{0776018A-695E-99CB-3B94-6BEDE2804502}"/>
          </ac:spMkLst>
        </pc:spChg>
        <pc:spChg chg="add mod">
          <ac:chgData name="현진 장" userId="3a4f4ab2d25ec815" providerId="LiveId" clId="{915EA1A6-F264-4808-9BE2-98CB25AECFB7}" dt="2026-06-05T08:55:33.279" v="194" actId="1076"/>
          <ac:spMkLst>
            <pc:docMk/>
            <pc:sldMk cId="3239281900" sldId="336"/>
            <ac:spMk id="18" creationId="{2DDD5FBB-E677-E224-8B55-39D34F50BB6C}"/>
          </ac:spMkLst>
        </pc:spChg>
        <pc:picChg chg="mod ord">
          <ac:chgData name="현진 장" userId="3a4f4ab2d25ec815" providerId="LiveId" clId="{915EA1A6-F264-4808-9BE2-98CB25AECFB7}" dt="2026-06-05T08:54:14.718" v="111" actId="1076"/>
          <ac:picMkLst>
            <pc:docMk/>
            <pc:sldMk cId="3239281900" sldId="336"/>
            <ac:picMk id="12" creationId="{80F89AF5-6444-DEDE-B8DE-983601C19553}"/>
          </ac:picMkLst>
        </pc:picChg>
      </pc:sldChg>
      <pc:sldChg chg="addSp delSp modSp add mod">
        <pc:chgData name="현진 장" userId="3a4f4ab2d25ec815" providerId="LiveId" clId="{915EA1A6-F264-4808-9BE2-98CB25AECFB7}" dt="2026-06-05T08:57:22.195" v="371" actId="20577"/>
        <pc:sldMkLst>
          <pc:docMk/>
          <pc:sldMk cId="1772457040" sldId="337"/>
        </pc:sldMkLst>
        <pc:spChg chg="add mod">
          <ac:chgData name="현진 장" userId="3a4f4ab2d25ec815" providerId="LiveId" clId="{915EA1A6-F264-4808-9BE2-98CB25AECFB7}" dt="2026-06-05T08:57:22.195" v="371" actId="20577"/>
          <ac:spMkLst>
            <pc:docMk/>
            <pc:sldMk cId="1772457040" sldId="337"/>
            <ac:spMk id="2" creationId="{1D2BFB3D-7DCE-46A7-2B5C-2E898C182C8B}"/>
          </ac:spMkLst>
        </pc:spChg>
        <pc:spChg chg="mod">
          <ac:chgData name="현진 장" userId="3a4f4ab2d25ec815" providerId="LiveId" clId="{915EA1A6-F264-4808-9BE2-98CB25AECFB7}" dt="2026-06-05T08:57:11.143" v="251" actId="20577"/>
          <ac:spMkLst>
            <pc:docMk/>
            <pc:sldMk cId="1772457040" sldId="337"/>
            <ac:spMk id="4" creationId="{B6F380BC-83F9-8FA3-CA26-842912A6C289}"/>
          </ac:spMkLst>
        </pc:spChg>
        <pc:spChg chg="del">
          <ac:chgData name="현진 장" userId="3a4f4ab2d25ec815" providerId="LiveId" clId="{915EA1A6-F264-4808-9BE2-98CB25AECFB7}" dt="2026-06-05T08:56:17.670" v="223" actId="478"/>
          <ac:spMkLst>
            <pc:docMk/>
            <pc:sldMk cId="1772457040" sldId="337"/>
            <ac:spMk id="17" creationId="{AD5BF3F5-AE04-848D-B0CF-B210598C3BBF}"/>
          </ac:spMkLst>
        </pc:spChg>
        <pc:spChg chg="del">
          <ac:chgData name="현진 장" userId="3a4f4ab2d25ec815" providerId="LiveId" clId="{915EA1A6-F264-4808-9BE2-98CB25AECFB7}" dt="2026-06-05T08:56:16.166" v="221" actId="478"/>
          <ac:spMkLst>
            <pc:docMk/>
            <pc:sldMk cId="1772457040" sldId="337"/>
            <ac:spMk id="18" creationId="{FA4CD4EE-4423-6895-1497-66FECDD7C766}"/>
          </ac:spMkLst>
        </pc:spChg>
        <pc:picChg chg="del">
          <ac:chgData name="현진 장" userId="3a4f4ab2d25ec815" providerId="LiveId" clId="{915EA1A6-F264-4808-9BE2-98CB25AECFB7}" dt="2026-06-05T08:56:16.710" v="222" actId="478"/>
          <ac:picMkLst>
            <pc:docMk/>
            <pc:sldMk cId="1772457040" sldId="337"/>
            <ac:picMk id="12" creationId="{A8C0C1FA-8D75-16F4-61F2-ABE58BB73B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59D75-BD07-4FB8-BC11-3B3DD9187BD7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2F229-4BB6-46A1-BA81-EF22ECA41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64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DBB2-8BCB-C482-736D-E1C45AC5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EB099B-47F0-7544-A98F-33F2710D3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34A42-9F2C-AB6C-9D11-69C316061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AE352F-921D-8560-E891-BB3287C51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46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9330-8F93-A439-1F35-B6C8A0A7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3011D3-F2EE-FE8B-13B8-F899D5D36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D375A2-FCDD-7AF1-301C-4C3049FB7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2EA1C-649F-6C31-DF9D-971CC442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017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F899-20F9-CF4F-7FFE-2D8DF6E1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A22058-D8CF-B1F2-57EA-B8941FF96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FF52F0-73E2-1582-84FC-793788732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68D04-40AD-4FF0-7DAD-BE30F4C2A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992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1BB6-90B6-FD67-86BF-CB85825E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A24CE8-4E92-144B-2993-C046BBE1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31E5D-E54C-2E02-11B2-68B9145DE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914FF-4040-4893-6035-EC3B5D2C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53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638C-4D7E-228E-E8D6-F49EDBCE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27F8E-524F-F6BA-8753-493211020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43606D-D03E-A988-0FD4-B5EEFCA70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E0FAE-4E1B-8173-9ECC-C67FEF3CA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21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EDE6-3DDE-AE52-F43C-E26B3A62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48AD66-B78A-F9F8-C319-F84B283C2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D9D3DA-3F26-B1B6-A06D-9B9421290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AF723A-E148-30B8-7425-DA192A6C3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03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23170-7820-CE3E-8EEA-A4F3AEAA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1663A8-1734-CEC7-FDD7-91C30BDF0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AA0A02-56F3-C6FA-C1C2-95D4DCF7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C65-7DB2-3EBA-C603-4E60FF90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46B7B-005F-960D-19F8-7D1451C2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4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9508B-DCCE-23A7-72CB-19481F9E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926F7-5B95-CAA7-70AD-C5B4FA31B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49465C-81C9-D9AB-A8AF-9E392B99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4DE85-E3E3-A4AB-B6D1-D53F7F0C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61EEE-7F56-4C4A-3CA7-D67B9E4E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0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1C464-1725-1E1D-250E-EA23D834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15148-8938-B1A3-0E4B-560AF03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4FF3F-E095-1D94-7A3E-D1D77B90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372FF-5946-304E-875D-77A8F75B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ACEF2-E0BF-FE81-908D-49930FA5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94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DA0D-6F55-6463-4B52-60632696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876AD-C63E-6A95-841D-A4E836A4A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32C90-0D7C-389A-4A84-5496850E3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328F2-30AB-62D6-4F5B-1C9028C9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CEEBB7-139D-E22A-900E-9BECC4C5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7352A-1089-7E28-8E29-0E05B7D8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23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EE9F7-857E-57DB-E27D-19A5027E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29858-E9D0-847F-ED09-2C6B5BF50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580D15-6E5D-812A-AE7A-66901DDC7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5E81EC-3FAB-A9F5-F688-B7A9C8E14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6B6071-14D0-5CE9-F020-4372732E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835D98-B682-BD35-9462-ECF8C509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C692D5-1894-3AAC-8692-04B550F9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003E06-4203-357E-AF68-9A49EDED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7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B6132-B1A5-C838-DC1C-B564053F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36526"/>
            <a:ext cx="12077700" cy="787400"/>
          </a:xfrm>
        </p:spPr>
        <p:txBody>
          <a:bodyPr/>
          <a:lstStyle>
            <a:lvl1pPr>
              <a:defRPr sz="30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2AA190F-3058-EB99-EB76-028D31CCC98A}"/>
              </a:ext>
            </a:extLst>
          </p:cNvPr>
          <p:cNvCxnSpPr>
            <a:cxnSpLocks/>
          </p:cNvCxnSpPr>
          <p:nvPr userDrawn="1"/>
        </p:nvCxnSpPr>
        <p:spPr>
          <a:xfrm>
            <a:off x="0" y="99060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2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2E3BA-084A-A633-9B07-C36DA903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633AC-AF36-09F5-98ED-E86BFA5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39B33-6CAC-1E29-48C6-CB0F782C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5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9A3B6-8D6A-E44E-741E-04B1E050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4ED56-DC26-0547-F677-B4AD6D91B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30AC9-668F-626E-594C-A7DAB8BB3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A3CFA0-EB4E-4716-A0DC-8071C4B9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33796D-A9D5-5B66-ABBA-62801463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45ED63-83C0-648A-1BD6-A1653241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8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2B6B3-4D0F-153B-B06A-ACCA4EFE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8483D7-FFEB-468F-059F-B8D2C6386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0D028D-E845-03C9-0651-4F8355FB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332836-3257-1130-3462-1DFA6CF7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9A2D61-456B-5C8F-2929-B9ECFD79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D884D8-FA96-3D9B-2605-1083F1D5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2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A5579-68B7-FC52-D59E-A11DC084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F1DABF-648B-4C45-986C-18BAF824F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41B14-8142-1E2B-3FC2-0470CBFC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3D06D5-4992-F54C-B5EB-DF9BCFDD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4D523-A7DE-7563-FD74-9746908B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0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9D596F-E995-E8E5-6967-9D0C133AA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FE5307-2A3E-BC69-9015-0B3AF7ED7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8344A-4B67-BF85-BA1E-72A22162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8C95E1-8269-4A91-2DC7-8C1F439C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8F9ED-5705-F8E4-BE5D-3984EC2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8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1E1C0C-3148-5E91-0D67-4532682C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B3E932-71D0-DAD8-68D7-F003A862D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54EEC-E828-7B16-1967-AB5043BE1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E53C8-F469-456B-8486-58482F0EB198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C0796-4E8E-F80F-DFDD-176B5ACA1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03FC2-C9C4-FDFC-6AE6-C537BF0A1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15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B976-3089-035C-6F7A-88653430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13D6A4A-DBAB-3CAA-8283-50C78FBDE3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00" b="48495"/>
          <a:stretch>
            <a:fillRect/>
          </a:stretch>
        </p:blipFill>
        <p:spPr>
          <a:xfrm>
            <a:off x="293144" y="1074873"/>
            <a:ext cx="11605712" cy="3542543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58CE7FC-F097-7EAE-A88E-A8112B10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 아래 </a:t>
            </a:r>
            <a:r>
              <a:rPr lang="en-US" altLang="ko-KR" dirty="0"/>
              <a:t>SNPE </a:t>
            </a:r>
            <a:r>
              <a:rPr lang="ko-KR" altLang="en-US" dirty="0"/>
              <a:t>도구 소개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71DC9-6625-5A90-F585-C33DA7E71592}"/>
              </a:ext>
            </a:extLst>
          </p:cNvPr>
          <p:cNvSpPr txBox="1"/>
          <p:nvPr/>
        </p:nvSpPr>
        <p:spPr>
          <a:xfrm>
            <a:off x="6096000" y="4768364"/>
            <a:ext cx="271292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 내용 변경 필요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도깨비손 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6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개의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손가력형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지압봉이 손이 닿지 않던 깊은 뭉침까지 풀어주는 셀프 케어 도구 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온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·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냉 사용 시 근육이완 및 붓기 완화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피부 진정에 도움을 주는 셀프 케어 도구</a:t>
            </a:r>
            <a:endParaRPr lang="ko-KR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9CD1C-3DAD-3ED5-2447-42CC9B9F5C5F}"/>
              </a:ext>
            </a:extLst>
          </p:cNvPr>
          <p:cNvSpPr txBox="1"/>
          <p:nvPr/>
        </p:nvSpPr>
        <p:spPr>
          <a:xfrm>
            <a:off x="8982304" y="4768364"/>
            <a:ext cx="3156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 내용 변경 필요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웨이브롤러 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 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신체와 닿는 면적이 좁아 척추의 가로 돌기를 보다 강하게 자극 할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수있습니다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endParaRPr lang="ko-KR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224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93FFC-7D10-E7FC-A647-00F8704C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C889D50-2216-515D-6EEC-F1B737A7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공식네트워크</a:t>
            </a:r>
            <a:r>
              <a:rPr lang="en-US" altLang="ko-KR" dirty="0"/>
              <a:t> 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 아래 </a:t>
            </a:r>
            <a:r>
              <a:rPr lang="en-US" altLang="ko-KR" dirty="0"/>
              <a:t>SNPE </a:t>
            </a:r>
            <a:r>
              <a:rPr lang="ko-KR" altLang="en-US" dirty="0"/>
              <a:t>도구 소개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B57854-E159-8810-8795-A38A63B7ECB6}"/>
              </a:ext>
            </a:extLst>
          </p:cNvPr>
          <p:cNvSpPr txBox="1"/>
          <p:nvPr/>
        </p:nvSpPr>
        <p:spPr>
          <a:xfrm>
            <a:off x="3383078" y="4768363"/>
            <a:ext cx="271292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1. </a:t>
            </a:r>
            <a:r>
              <a:rPr lang="ko-KR" altLang="en-US" sz="1300" b="1" dirty="0" err="1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웨이브스틱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↔ 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8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 순서변경 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2. 8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 → 웨이브롤러 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10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 변경 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웨이브롤러 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10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웨이브 모양 특수 설계 및 단단한 나무 재질 롤러로 하체 근육을 깊게 자극하는 강도 높은 스트레칭으로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붓기완화에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도움이 되는 도구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8C6ED72-313B-7A41-6573-E49A11A4E3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315" b="3258"/>
          <a:stretch>
            <a:fillRect/>
          </a:stretch>
        </p:blipFill>
        <p:spPr>
          <a:xfrm>
            <a:off x="114300" y="1241182"/>
            <a:ext cx="11605712" cy="3209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048C83-BBE0-478E-BD08-52E56ED824E5}"/>
              </a:ext>
            </a:extLst>
          </p:cNvPr>
          <p:cNvSpPr txBox="1"/>
          <p:nvPr/>
        </p:nvSpPr>
        <p:spPr>
          <a:xfrm>
            <a:off x="414598" y="4768364"/>
            <a:ext cx="2298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 내용 변경 필요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웨이브롤러 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굳은 등과 허리 라인을 시원하게 풀어주는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셀프 롤링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근막이완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도구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525E4-D20E-9A08-0BC0-4A12398E048A}"/>
              </a:ext>
            </a:extLst>
          </p:cNvPr>
          <p:cNvSpPr txBox="1"/>
          <p:nvPr/>
        </p:nvSpPr>
        <p:spPr>
          <a:xfrm>
            <a:off x="6096000" y="4768363"/>
            <a:ext cx="271292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 내용 변경 필요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웨이브스틱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8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 </a:t>
            </a:r>
            <a:endParaRPr lang="en-US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일반 폼롤러와 비교할 수 없는 단단함과 적절한 돌기 간격이 다양한 부위에 사용하기 좋아 원하는 부위를 집중적으로 이완할 수 있는 도구</a:t>
            </a:r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endParaRPr lang="ko-KR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화살표: 왼쪽/오른쪽 5">
            <a:extLst>
              <a:ext uri="{FF2B5EF4-FFF2-40B4-BE49-F238E27FC236}">
                <a16:creationId xmlns:a16="http://schemas.microsoft.com/office/drawing/2014/main" id="{0568415A-DF37-DE64-8C0B-26CC5C0ED2C7}"/>
              </a:ext>
            </a:extLst>
          </p:cNvPr>
          <p:cNvSpPr/>
          <p:nvPr/>
        </p:nvSpPr>
        <p:spPr>
          <a:xfrm>
            <a:off x="5469242" y="2589963"/>
            <a:ext cx="1253515" cy="52684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8D7C5-5B10-298F-D185-74692A5AB31E}"/>
              </a:ext>
            </a:extLst>
          </p:cNvPr>
          <p:cNvSpPr txBox="1"/>
          <p:nvPr/>
        </p:nvSpPr>
        <p:spPr>
          <a:xfrm>
            <a:off x="5385366" y="2699950"/>
            <a:ext cx="14212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그림 및 내용 변경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2C438-6315-DCF7-9290-827C017CA6DF}"/>
              </a:ext>
            </a:extLst>
          </p:cNvPr>
          <p:cNvSpPr txBox="1"/>
          <p:nvPr/>
        </p:nvSpPr>
        <p:spPr>
          <a:xfrm>
            <a:off x="3029329" y="3107349"/>
            <a:ext cx="611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i="0" dirty="0">
                <a:solidFill>
                  <a:srgbClr val="000000"/>
                </a:solidFill>
                <a:effectLst/>
                <a:latin typeface="NotoSans"/>
              </a:rPr>
              <a:t>260602] SNPE 홈페이지 관련 수정사항 전달 및 반영 요청의 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849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36A5-D0A0-7CF8-D7FF-45D03338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1379A52-A263-369B-0761-045324AC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SNPE </a:t>
            </a:r>
            <a:r>
              <a:rPr lang="ko-KR" altLang="en-US" dirty="0"/>
              <a:t>체험사례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3FBFF-29E2-432B-4435-8B1630C80BEC}"/>
              </a:ext>
            </a:extLst>
          </p:cNvPr>
          <p:cNvSpPr txBox="1"/>
          <p:nvPr/>
        </p:nvSpPr>
        <p:spPr>
          <a:xfrm>
            <a:off x="6437429" y="3668618"/>
            <a:ext cx="51712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RECOVERY STORIES</a:t>
            </a:r>
          </a:p>
          <a:p>
            <a:endParaRPr lang="en-US" altLang="ko-KR" b="1" dirty="0"/>
          </a:p>
          <a:p>
            <a:r>
              <a:rPr lang="ko-KR" altLang="en-US" b="1" dirty="0"/>
              <a:t>실제 회복 이야기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삭제해주세요</a:t>
            </a:r>
            <a:r>
              <a:rPr lang="en-US" altLang="ko-KR" b="1" dirty="0"/>
              <a:t>!!!! </a:t>
            </a:r>
            <a:endParaRPr lang="ko-KR" altLang="ko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FF598-7D1A-771C-839C-419356556E2D}"/>
              </a:ext>
            </a:extLst>
          </p:cNvPr>
          <p:cNvSpPr txBox="1"/>
          <p:nvPr/>
        </p:nvSpPr>
        <p:spPr>
          <a:xfrm>
            <a:off x="6255886" y="2417635"/>
            <a:ext cx="44351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 변경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레드 박스 안의 내용을 아래 텍스트로 변경해주세요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70D8F3-6AFA-3C5E-C89E-A24F0FBAF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1" y="3249088"/>
            <a:ext cx="4924461" cy="21050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1CCAB33-1F4E-2604-3F9C-076706DA6336}"/>
              </a:ext>
            </a:extLst>
          </p:cNvPr>
          <p:cNvSpPr/>
          <p:nvPr/>
        </p:nvSpPr>
        <p:spPr>
          <a:xfrm>
            <a:off x="583332" y="3548638"/>
            <a:ext cx="5672554" cy="609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2577-D917-800E-FAB8-453A0D40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574713-A8C2-F978-4277-B486CBED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체형</a:t>
            </a:r>
            <a:r>
              <a:rPr lang="en-US" altLang="ko-KR" dirty="0"/>
              <a:t>·</a:t>
            </a:r>
            <a:r>
              <a:rPr lang="ko-KR" altLang="en-US" dirty="0"/>
              <a:t>움직임 평가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F64F8-6A92-B04A-E163-922FA361B77A}"/>
              </a:ext>
            </a:extLst>
          </p:cNvPr>
          <p:cNvSpPr txBox="1"/>
          <p:nvPr/>
        </p:nvSpPr>
        <p:spPr>
          <a:xfrm>
            <a:off x="6255886" y="2910078"/>
            <a:ext cx="517123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SNPE는</a:t>
            </a:r>
            <a:r>
              <a:rPr lang="ko-KR" altLang="ko-KR" sz="1400" dirty="0"/>
              <a:t> 사용자의 기록과 데이터, 그리고 전문가의 경험을 연결합니다.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사용자의 기록과 데이터를 전문가의 경험과 연결합니다. 앱을 통해 자신의 몸을 객관적으로 이해하고 변화 과정을 기록하는 것에서 시작하여, 인증 강사와 전문센터의 체계적인 평가를 통해 가장 정확한 움직임의 방향을 찾아갑니다.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ko-KR" sz="1400" dirty="0"/>
              <a:t>건강한 자세와 나 자신의 몸을 깊이 이해하는 것에서 시작되며, 지속적인 실천이 더해질 때 비로소 삶의 습관으로 자리 잡습니다.</a:t>
            </a:r>
            <a:r>
              <a:rPr lang="en-US" altLang="ko-KR" sz="1400" dirty="0"/>
              <a:t> </a:t>
            </a:r>
          </a:p>
          <a:p>
            <a:endParaRPr lang="en-US" altLang="ko-KR" sz="1400" dirty="0"/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과학적 평가와 기록을 기반으로 스스로의 몸을 회복하고, 더 건강한 일상을 구축해 나가는 자기 회복 시스템(</a:t>
            </a:r>
            <a:r>
              <a:rPr lang="ko-KR" altLang="ko-KR" sz="1400" dirty="0" err="1"/>
              <a:t>Self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Recovery</a:t>
            </a:r>
            <a:r>
              <a:rPr lang="ko-KR" altLang="ko-KR" sz="1400" dirty="0"/>
              <a:t> System)입니다..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87B200-3D3E-4902-FED5-D7A538640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3" y="1408064"/>
            <a:ext cx="5410240" cy="474348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B3951D4-47F0-792F-980D-01D422D5B455}"/>
              </a:ext>
            </a:extLst>
          </p:cNvPr>
          <p:cNvSpPr/>
          <p:nvPr/>
        </p:nvSpPr>
        <p:spPr>
          <a:xfrm>
            <a:off x="567669" y="4681268"/>
            <a:ext cx="5672554" cy="67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3BACAB-D7FA-E3BC-ECF1-A3539C36D83D}"/>
              </a:ext>
            </a:extLst>
          </p:cNvPr>
          <p:cNvSpPr/>
          <p:nvPr/>
        </p:nvSpPr>
        <p:spPr>
          <a:xfrm>
            <a:off x="650781" y="1658719"/>
            <a:ext cx="3311619" cy="1918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001DBD-A7F9-5D30-74A6-505AD75898DF}"/>
              </a:ext>
            </a:extLst>
          </p:cNvPr>
          <p:cNvSpPr txBox="1"/>
          <p:nvPr/>
        </p:nvSpPr>
        <p:spPr>
          <a:xfrm>
            <a:off x="1253948" y="1270099"/>
            <a:ext cx="31567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삭제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80792-E482-B8A0-B05B-50A234E8739D}"/>
              </a:ext>
            </a:extLst>
          </p:cNvPr>
          <p:cNvSpPr txBox="1"/>
          <p:nvPr/>
        </p:nvSpPr>
        <p:spPr>
          <a:xfrm>
            <a:off x="6255886" y="2417635"/>
            <a:ext cx="44351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 변경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레드 박스 안의 내용을 아래 텍스트로 변경해주세요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03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07B7-CC00-B567-7FBF-74E4AD28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0F89AF5-6444-DEDE-B8DE-983601C19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08" y="1019463"/>
            <a:ext cx="6491613" cy="5702011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B3ED07F-78CC-B70D-0B4D-273306B3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공식네트워크</a:t>
            </a:r>
            <a:r>
              <a:rPr lang="en-US" altLang="ko-KR" dirty="0"/>
              <a:t> – </a:t>
            </a:r>
            <a:r>
              <a:rPr lang="ko-KR" altLang="en-US" dirty="0"/>
              <a:t>기업</a:t>
            </a:r>
            <a:r>
              <a:rPr lang="en-US" altLang="ko-KR" dirty="0"/>
              <a:t>·</a:t>
            </a:r>
            <a:r>
              <a:rPr lang="ko-KR" altLang="en-US" dirty="0"/>
              <a:t>기관 프로그램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76018A-695E-99CB-3B94-6BEDE2804502}"/>
              </a:ext>
            </a:extLst>
          </p:cNvPr>
          <p:cNvSpPr/>
          <p:nvPr/>
        </p:nvSpPr>
        <p:spPr>
          <a:xfrm>
            <a:off x="278808" y="3816652"/>
            <a:ext cx="6491613" cy="3364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DD5FBB-E677-E224-8B55-39D34F50BB6C}"/>
              </a:ext>
            </a:extLst>
          </p:cNvPr>
          <p:cNvSpPr txBox="1"/>
          <p:nvPr/>
        </p:nvSpPr>
        <p:spPr>
          <a:xfrm>
            <a:off x="7027673" y="2381315"/>
            <a:ext cx="4435118" cy="354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 변경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레드 박스 안에 아래 텍스트 채워주세요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ko-KR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기관 프로그램 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ko-KR" sz="1300" kern="1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SNPE 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기업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기관 프로그램은 임직원의 건강한 자세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움직임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회복을 위한 </a:t>
            </a:r>
            <a:r>
              <a:rPr lang="ko-KR" altLang="ko-KR" sz="1300" kern="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웰니스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 프로그램입니다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</a:t>
            </a:r>
            <a:b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</a:b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기업 및 기관 환경에 맞춘 특강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워크숍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·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정규 수업 형태로 운영되며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프로그램 신청 및 제휴 문의는 아래 내용을 작성해주세요</a:t>
            </a:r>
            <a:r>
              <a:rPr lang="en-US" altLang="ko-KR" sz="1300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.</a:t>
            </a:r>
            <a:endParaRPr lang="ko-KR" altLang="ko-KR" sz="1300" kern="1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ko-KR" sz="1300" b="1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[</a:t>
            </a:r>
            <a:r>
              <a:rPr lang="ko-KR" altLang="ko-KR" sz="1300" b="1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기업</a:t>
            </a:r>
            <a:r>
              <a:rPr lang="en-US" altLang="ko-KR" sz="1300" b="1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,</a:t>
            </a:r>
            <a:r>
              <a:rPr lang="ko-KR" altLang="ko-KR" sz="1300" b="1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기관 프로그램 신청하기</a:t>
            </a:r>
            <a:r>
              <a:rPr lang="en-US" altLang="ko-KR" sz="1300" b="1" kern="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Times New Roman" panose="02020603050405020304" pitchFamily="18" charset="0"/>
              </a:rPr>
              <a:t>]</a:t>
            </a:r>
            <a:endParaRPr lang="ko-KR" altLang="ko-KR" sz="1300" kern="1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Times New Roman" panose="02020603050405020304" pitchFamily="18" charset="0"/>
            </a:endParaRPr>
          </a:p>
          <a:p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928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6D72-1128-CFFF-59D2-C74DF6CEE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6F380BC-83F9-8FA3-CA26-842912A6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관리자 </a:t>
            </a:r>
            <a:r>
              <a:rPr lang="ko-KR" altLang="en-US" dirty="0" err="1"/>
              <a:t>어드민</a:t>
            </a:r>
            <a:r>
              <a:rPr lang="ko-KR" altLang="en-US" dirty="0"/>
              <a:t> 화면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BFB3D-7DCE-46A7-2B5C-2E898C182C8B}"/>
              </a:ext>
            </a:extLst>
          </p:cNvPr>
          <p:cNvSpPr txBox="1"/>
          <p:nvPr/>
        </p:nvSpPr>
        <p:spPr>
          <a:xfrm>
            <a:off x="404565" y="2255480"/>
            <a:ext cx="44351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활동소식 적용 불가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교육과정 일정 관리가 어디에 뜨는지 알 수 없음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45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394</Words>
  <Application>Microsoft Office PowerPoint</Application>
  <PresentationFormat>와이드스크린</PresentationFormat>
  <Paragraphs>69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NotoSans</vt:lpstr>
      <vt:lpstr>나눔스퀘어 네오 Bold</vt:lpstr>
      <vt:lpstr>맑은 고딕</vt:lpstr>
      <vt:lpstr>Arial</vt:lpstr>
      <vt:lpstr>Office 테마</vt:lpstr>
      <vt:lpstr>SNPE – 프로그램 – 입문자 가이드 아래 SNPE 도구 소개</vt:lpstr>
      <vt:lpstr>SNPE – 공식네트워크 – 입문자 가이드 아래 SNPE 도구 소개</vt:lpstr>
      <vt:lpstr>SNPE – 프로그램 – SNPE 체험사례</vt:lpstr>
      <vt:lpstr>SNPE – 프로그램 – 체형·움직임 평가</vt:lpstr>
      <vt:lpstr>SNPE – 공식네트워크 – 기업·기관 프로그램</vt:lpstr>
      <vt:lpstr>SNPE – 관리자 어드민 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장</dc:creator>
  <cp:lastModifiedBy>현진 장</cp:lastModifiedBy>
  <cp:revision>4</cp:revision>
  <dcterms:created xsi:type="dcterms:W3CDTF">2026-04-08T00:31:48Z</dcterms:created>
  <dcterms:modified xsi:type="dcterms:W3CDTF">2026-06-05T08:57:25Z</dcterms:modified>
</cp:coreProperties>
</file>